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5778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39C8B3-7C8D-43DF-A167-B3213812FC9B}" v="16" dt="2026-01-12T05:21:46.760"/>
    <p1510:client id="{8B712CC7-9A4A-DC4C-8CAE-3F440C3C64CB}" v="264" dt="2026-01-12T05:46:42.6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ankui Liu" userId="4d6df37fad45c6e7" providerId="LiveId" clId="{7D204954-9457-4354-831F-3A85FAB1CA09}"/>
    <pc:docChg chg="custSel addSld modSld">
      <pc:chgData name="Guankui Liu" userId="4d6df37fad45c6e7" providerId="LiveId" clId="{7D204954-9457-4354-831F-3A85FAB1CA09}" dt="2026-01-12T05:21:46.759" v="19" actId="165"/>
      <pc:docMkLst>
        <pc:docMk/>
      </pc:docMkLst>
      <pc:sldChg chg="addSp delSp modSp new mod">
        <pc:chgData name="Guankui Liu" userId="4d6df37fad45c6e7" providerId="LiveId" clId="{7D204954-9457-4354-831F-3A85FAB1CA09}" dt="2026-01-12T05:21:46.759" v="19" actId="165"/>
        <pc:sldMkLst>
          <pc:docMk/>
          <pc:sldMk cId="3297000917" sldId="256"/>
        </pc:sldMkLst>
        <pc:spChg chg="del">
          <ac:chgData name="Guankui Liu" userId="4d6df37fad45c6e7" providerId="LiveId" clId="{7D204954-9457-4354-831F-3A85FAB1CA09}" dt="2026-01-12T05:14:11.440" v="2" actId="478"/>
          <ac:spMkLst>
            <pc:docMk/>
            <pc:sldMk cId="3297000917" sldId="256"/>
            <ac:spMk id="2" creationId="{A2F1E556-355B-F396-D38A-7FF0EFD3745D}"/>
          </ac:spMkLst>
        </pc:spChg>
        <pc:spChg chg="del">
          <ac:chgData name="Guankui Liu" userId="4d6df37fad45c6e7" providerId="LiveId" clId="{7D204954-9457-4354-831F-3A85FAB1CA09}" dt="2026-01-12T05:14:09.526" v="1" actId="478"/>
          <ac:spMkLst>
            <pc:docMk/>
            <pc:sldMk cId="3297000917" sldId="256"/>
            <ac:spMk id="3" creationId="{53D4BE38-BCD4-54F4-E371-B671595BAE1B}"/>
          </ac:spMkLst>
        </pc:spChg>
        <pc:spChg chg="mod topLvl">
          <ac:chgData name="Guankui Liu" userId="4d6df37fad45c6e7" providerId="LiveId" clId="{7D204954-9457-4354-831F-3A85FAB1CA09}" dt="2026-01-12T05:21:46.759" v="19" actId="165"/>
          <ac:spMkLst>
            <pc:docMk/>
            <pc:sldMk cId="3297000917" sldId="256"/>
            <ac:spMk id="6" creationId="{B25A6211-0C33-3912-9FBD-184E8AEE53B0}"/>
          </ac:spMkLst>
        </pc:spChg>
        <pc:spChg chg="add del mod">
          <ac:chgData name="Guankui Liu" userId="4d6df37fad45c6e7" providerId="LiveId" clId="{7D204954-9457-4354-831F-3A85FAB1CA09}" dt="2026-01-12T05:18:16.518" v="15" actId="1076"/>
          <ac:spMkLst>
            <pc:docMk/>
            <pc:sldMk cId="3297000917" sldId="256"/>
            <ac:spMk id="7" creationId="{174DC389-2E23-9C67-592F-1906ADF9AD38}"/>
          </ac:spMkLst>
        </pc:spChg>
        <pc:spChg chg="mod topLvl">
          <ac:chgData name="Guankui Liu" userId="4d6df37fad45c6e7" providerId="LiveId" clId="{7D204954-9457-4354-831F-3A85FAB1CA09}" dt="2026-01-12T05:21:46.759" v="19" actId="165"/>
          <ac:spMkLst>
            <pc:docMk/>
            <pc:sldMk cId="3297000917" sldId="256"/>
            <ac:spMk id="10" creationId="{1A01BC92-0D02-ACBA-6950-DA26CE0B466B}"/>
          </ac:spMkLst>
        </pc:spChg>
        <pc:spChg chg="mod topLvl">
          <ac:chgData name="Guankui Liu" userId="4d6df37fad45c6e7" providerId="LiveId" clId="{7D204954-9457-4354-831F-3A85FAB1CA09}" dt="2026-01-12T05:18:17.076" v="16" actId="165"/>
          <ac:spMkLst>
            <pc:docMk/>
            <pc:sldMk cId="3297000917" sldId="256"/>
            <ac:spMk id="10" creationId="{28F94090-65E0-9F5D-AA74-983EE904A436}"/>
          </ac:spMkLst>
        </pc:spChg>
        <pc:spChg chg="mod topLvl">
          <ac:chgData name="Guankui Liu" userId="4d6df37fad45c6e7" providerId="LiveId" clId="{7D204954-9457-4354-831F-3A85FAB1CA09}" dt="2026-01-12T05:18:17.076" v="16" actId="165"/>
          <ac:spMkLst>
            <pc:docMk/>
            <pc:sldMk cId="3297000917" sldId="256"/>
            <ac:spMk id="11" creationId="{0DA9A60E-F708-9157-E5EE-120E1C338D81}"/>
          </ac:spMkLst>
        </pc:spChg>
        <pc:spChg chg="mod topLvl">
          <ac:chgData name="Guankui Liu" userId="4d6df37fad45c6e7" providerId="LiveId" clId="{7D204954-9457-4354-831F-3A85FAB1CA09}" dt="2026-01-12T05:21:46.759" v="19" actId="165"/>
          <ac:spMkLst>
            <pc:docMk/>
            <pc:sldMk cId="3297000917" sldId="256"/>
            <ac:spMk id="11" creationId="{D0429179-F45B-7EC2-8548-9F27F3C891C5}"/>
          </ac:spMkLst>
        </pc:spChg>
        <pc:spChg chg="mod topLvl">
          <ac:chgData name="Guankui Liu" userId="4d6df37fad45c6e7" providerId="LiveId" clId="{7D204954-9457-4354-831F-3A85FAB1CA09}" dt="2026-01-12T05:18:17.076" v="16" actId="165"/>
          <ac:spMkLst>
            <pc:docMk/>
            <pc:sldMk cId="3297000917" sldId="256"/>
            <ac:spMk id="14" creationId="{523DC6A4-15B0-687A-1E23-8F4188611E43}"/>
          </ac:spMkLst>
        </pc:spChg>
        <pc:spChg chg="mod topLvl">
          <ac:chgData name="Guankui Liu" userId="4d6df37fad45c6e7" providerId="LiveId" clId="{7D204954-9457-4354-831F-3A85FAB1CA09}" dt="2026-01-12T05:21:46.759" v="19" actId="165"/>
          <ac:spMkLst>
            <pc:docMk/>
            <pc:sldMk cId="3297000917" sldId="256"/>
            <ac:spMk id="14" creationId="{D19BBA72-C9D3-0ECF-E84A-962377232C9B}"/>
          </ac:spMkLst>
        </pc:spChg>
        <pc:spChg chg="mod topLvl">
          <ac:chgData name="Guankui Liu" userId="4d6df37fad45c6e7" providerId="LiveId" clId="{7D204954-9457-4354-831F-3A85FAB1CA09}" dt="2026-01-12T05:21:46.759" v="19" actId="165"/>
          <ac:spMkLst>
            <pc:docMk/>
            <pc:sldMk cId="3297000917" sldId="256"/>
            <ac:spMk id="15" creationId="{BDC0552D-5C37-7EC1-77CA-4EDD75C64DE0}"/>
          </ac:spMkLst>
        </pc:spChg>
        <pc:spChg chg="mod topLvl">
          <ac:chgData name="Guankui Liu" userId="4d6df37fad45c6e7" providerId="LiveId" clId="{7D204954-9457-4354-831F-3A85FAB1CA09}" dt="2026-01-12T05:18:17.076" v="16" actId="165"/>
          <ac:spMkLst>
            <pc:docMk/>
            <pc:sldMk cId="3297000917" sldId="256"/>
            <ac:spMk id="18" creationId="{65D92C69-A483-FD26-6315-97CB12331C5C}"/>
          </ac:spMkLst>
        </pc:spChg>
        <pc:spChg chg="mod topLvl">
          <ac:chgData name="Guankui Liu" userId="4d6df37fad45c6e7" providerId="LiveId" clId="{7D204954-9457-4354-831F-3A85FAB1CA09}" dt="2026-01-12T05:21:46.759" v="19" actId="165"/>
          <ac:spMkLst>
            <pc:docMk/>
            <pc:sldMk cId="3297000917" sldId="256"/>
            <ac:spMk id="20" creationId="{C35A093F-21CE-6A45-A348-00D9769D5FEB}"/>
          </ac:spMkLst>
        </pc:spChg>
        <pc:spChg chg="mod topLvl">
          <ac:chgData name="Guankui Liu" userId="4d6df37fad45c6e7" providerId="LiveId" clId="{7D204954-9457-4354-831F-3A85FAB1CA09}" dt="2026-01-12T05:21:46.759" v="19" actId="165"/>
          <ac:spMkLst>
            <pc:docMk/>
            <pc:sldMk cId="3297000917" sldId="256"/>
            <ac:spMk id="28" creationId="{9E99BF21-B37A-7A7B-C6D2-1FBCAC9DB14F}"/>
          </ac:spMkLst>
        </pc:spChg>
        <pc:spChg chg="mod topLvl">
          <ac:chgData name="Guankui Liu" userId="4d6df37fad45c6e7" providerId="LiveId" clId="{7D204954-9457-4354-831F-3A85FAB1CA09}" dt="2026-01-12T05:18:17.076" v="16" actId="165"/>
          <ac:spMkLst>
            <pc:docMk/>
            <pc:sldMk cId="3297000917" sldId="256"/>
            <ac:spMk id="34" creationId="{6CF08180-FEA4-914D-C5A6-420F1914FB80}"/>
          </ac:spMkLst>
        </pc:spChg>
        <pc:spChg chg="mod topLvl">
          <ac:chgData name="Guankui Liu" userId="4d6df37fad45c6e7" providerId="LiveId" clId="{7D204954-9457-4354-831F-3A85FAB1CA09}" dt="2026-01-12T05:18:17.076" v="16" actId="165"/>
          <ac:spMkLst>
            <pc:docMk/>
            <pc:sldMk cId="3297000917" sldId="256"/>
            <ac:spMk id="36" creationId="{ADF39AF2-7D8C-7E5D-A0CF-FA29A435C8E1}"/>
          </ac:spMkLst>
        </pc:spChg>
        <pc:spChg chg="mod topLvl">
          <ac:chgData name="Guankui Liu" userId="4d6df37fad45c6e7" providerId="LiveId" clId="{7D204954-9457-4354-831F-3A85FAB1CA09}" dt="2026-01-12T05:18:17.076" v="16" actId="165"/>
          <ac:spMkLst>
            <pc:docMk/>
            <pc:sldMk cId="3297000917" sldId="256"/>
            <ac:spMk id="38" creationId="{EF43A2A0-E8CB-3DE7-9804-B9BA0A436243}"/>
          </ac:spMkLst>
        </pc:spChg>
        <pc:spChg chg="mod topLvl">
          <ac:chgData name="Guankui Liu" userId="4d6df37fad45c6e7" providerId="LiveId" clId="{7D204954-9457-4354-831F-3A85FAB1CA09}" dt="2026-01-12T05:18:17.076" v="16" actId="165"/>
          <ac:spMkLst>
            <pc:docMk/>
            <pc:sldMk cId="3297000917" sldId="256"/>
            <ac:spMk id="42" creationId="{F6A19BF7-31D6-7BA2-488F-A795ADCBDD0C}"/>
          </ac:spMkLst>
        </pc:spChg>
        <pc:spChg chg="mod topLvl">
          <ac:chgData name="Guankui Liu" userId="4d6df37fad45c6e7" providerId="LiveId" clId="{7D204954-9457-4354-831F-3A85FAB1CA09}" dt="2026-01-12T05:21:46.759" v="19" actId="165"/>
          <ac:spMkLst>
            <pc:docMk/>
            <pc:sldMk cId="3297000917" sldId="256"/>
            <ac:spMk id="48" creationId="{1C08A259-ABF3-6409-E0B3-8F8361D76B7C}"/>
          </ac:spMkLst>
        </pc:spChg>
        <pc:spChg chg="mod topLvl">
          <ac:chgData name="Guankui Liu" userId="4d6df37fad45c6e7" providerId="LiveId" clId="{7D204954-9457-4354-831F-3A85FAB1CA09}" dt="2026-01-12T05:18:17.076" v="16" actId="165"/>
          <ac:spMkLst>
            <pc:docMk/>
            <pc:sldMk cId="3297000917" sldId="256"/>
            <ac:spMk id="49" creationId="{03F9C0A8-76C3-5EA9-F48D-9FA57ED5DF37}"/>
          </ac:spMkLst>
        </pc:spChg>
        <pc:spChg chg="mod topLvl">
          <ac:chgData name="Guankui Liu" userId="4d6df37fad45c6e7" providerId="LiveId" clId="{7D204954-9457-4354-831F-3A85FAB1CA09}" dt="2026-01-12T05:21:46.759" v="19" actId="165"/>
          <ac:spMkLst>
            <pc:docMk/>
            <pc:sldMk cId="3297000917" sldId="256"/>
            <ac:spMk id="50" creationId="{92FDD934-20B0-F868-23F3-2F45955F88EE}"/>
          </ac:spMkLst>
        </pc:spChg>
        <pc:spChg chg="mod topLvl">
          <ac:chgData name="Guankui Liu" userId="4d6df37fad45c6e7" providerId="LiveId" clId="{7D204954-9457-4354-831F-3A85FAB1CA09}" dt="2026-01-12T05:18:17.076" v="16" actId="165"/>
          <ac:spMkLst>
            <pc:docMk/>
            <pc:sldMk cId="3297000917" sldId="256"/>
            <ac:spMk id="54" creationId="{21089B1C-13CF-FB2C-3F7F-FE981B0CDACA}"/>
          </ac:spMkLst>
        </pc:spChg>
        <pc:spChg chg="mod topLvl">
          <ac:chgData name="Guankui Liu" userId="4d6df37fad45c6e7" providerId="LiveId" clId="{7D204954-9457-4354-831F-3A85FAB1CA09}" dt="2026-01-12T05:21:46.759" v="19" actId="165"/>
          <ac:spMkLst>
            <pc:docMk/>
            <pc:sldMk cId="3297000917" sldId="256"/>
            <ac:spMk id="58" creationId="{64F91C8C-9522-D8C1-711E-A6CBD9094453}"/>
          </ac:spMkLst>
        </pc:spChg>
        <pc:picChg chg="add">
          <ac:chgData name="Guankui Liu" userId="4d6df37fad45c6e7" providerId="LiveId" clId="{7D204954-9457-4354-831F-3A85FAB1CA09}" dt="2026-01-12T05:18:17.710" v="17" actId="338"/>
          <ac:picMkLst>
            <pc:docMk/>
            <pc:sldMk cId="3297000917" sldId="256"/>
            <ac:picMk id="5" creationId="{1A41407C-426E-36AD-1924-211A55EED081}"/>
          </ac:picMkLst>
        </pc:picChg>
      </pc:sldChg>
    </pc:docChg>
  </pc:docChgLst>
  <pc:docChgLst>
    <pc:chgData name="Guankui Liu" userId="4d6df37fad45c6e7" providerId="LiveId" clId="{8B712CC7-9A4A-DC4C-8CAE-3F440C3C64CB}"/>
    <pc:docChg chg="undo custSel modSld modMainMaster">
      <pc:chgData name="Guankui Liu" userId="4d6df37fad45c6e7" providerId="LiveId" clId="{8B712CC7-9A4A-DC4C-8CAE-3F440C3C64CB}" dt="2026-01-12T05:46:42.669" v="270"/>
      <pc:docMkLst>
        <pc:docMk/>
      </pc:docMkLst>
      <pc:sldChg chg="addSp delSp modSp mod">
        <pc:chgData name="Guankui Liu" userId="4d6df37fad45c6e7" providerId="LiveId" clId="{8B712CC7-9A4A-DC4C-8CAE-3F440C3C64CB}" dt="2026-01-12T05:46:42.669" v="270"/>
        <pc:sldMkLst>
          <pc:docMk/>
          <pc:sldMk cId="3297000917" sldId="256"/>
        </pc:sldMkLst>
        <pc:spChg chg="mod">
          <ac:chgData name="Guankui Liu" userId="4d6df37fad45c6e7" providerId="LiveId" clId="{8B712CC7-9A4A-DC4C-8CAE-3F440C3C64CB}" dt="2026-01-12T05:46:42.669" v="270"/>
          <ac:spMkLst>
            <pc:docMk/>
            <pc:sldMk cId="3297000917" sldId="256"/>
            <ac:spMk id="6" creationId="{B25A6211-0C33-3912-9FBD-184E8AEE53B0}"/>
          </ac:spMkLst>
        </pc:spChg>
        <pc:spChg chg="mod">
          <ac:chgData name="Guankui Liu" userId="4d6df37fad45c6e7" providerId="LiveId" clId="{8B712CC7-9A4A-DC4C-8CAE-3F440C3C64CB}" dt="2026-01-12T05:41:12.302" v="224" actId="122"/>
          <ac:spMkLst>
            <pc:docMk/>
            <pc:sldMk cId="3297000917" sldId="256"/>
            <ac:spMk id="7" creationId="{5B743EA1-3982-E91C-6478-886ACA80EFCC}"/>
          </ac:spMkLst>
        </pc:spChg>
        <pc:spChg chg="mod">
          <ac:chgData name="Guankui Liu" userId="4d6df37fad45c6e7" providerId="LiveId" clId="{8B712CC7-9A4A-DC4C-8CAE-3F440C3C64CB}" dt="2026-01-12T05:23:51.560" v="20" actId="1076"/>
          <ac:spMkLst>
            <pc:docMk/>
            <pc:sldMk cId="3297000917" sldId="256"/>
            <ac:spMk id="8" creationId="{6F4086E8-64ED-91B7-433F-C21451D475E0}"/>
          </ac:spMkLst>
        </pc:spChg>
        <pc:spChg chg="mod">
          <ac:chgData name="Guankui Liu" userId="4d6df37fad45c6e7" providerId="LiveId" clId="{8B712CC7-9A4A-DC4C-8CAE-3F440C3C64CB}" dt="2026-01-12T05:46:42.669" v="270"/>
          <ac:spMkLst>
            <pc:docMk/>
            <pc:sldMk cId="3297000917" sldId="256"/>
            <ac:spMk id="9" creationId="{58ED2C7F-5263-DA7C-2276-BB711FEB8FAA}"/>
          </ac:spMkLst>
        </pc:spChg>
        <pc:spChg chg="mod">
          <ac:chgData name="Guankui Liu" userId="4d6df37fad45c6e7" providerId="LiveId" clId="{8B712CC7-9A4A-DC4C-8CAE-3F440C3C64CB}" dt="2026-01-12T05:46:42.669" v="270"/>
          <ac:spMkLst>
            <pc:docMk/>
            <pc:sldMk cId="3297000917" sldId="256"/>
            <ac:spMk id="10" creationId="{1A01BC92-0D02-ACBA-6950-DA26CE0B466B}"/>
          </ac:spMkLst>
        </pc:spChg>
        <pc:spChg chg="mod">
          <ac:chgData name="Guankui Liu" userId="4d6df37fad45c6e7" providerId="LiveId" clId="{8B712CC7-9A4A-DC4C-8CAE-3F440C3C64CB}" dt="2026-01-12T05:42:53.231" v="242" actId="1076"/>
          <ac:spMkLst>
            <pc:docMk/>
            <pc:sldMk cId="3297000917" sldId="256"/>
            <ac:spMk id="13" creationId="{E3969A41-C7EB-C541-3BF4-38D7E55F7751}"/>
          </ac:spMkLst>
        </pc:spChg>
        <pc:spChg chg="mod">
          <ac:chgData name="Guankui Liu" userId="4d6df37fad45c6e7" providerId="LiveId" clId="{8B712CC7-9A4A-DC4C-8CAE-3F440C3C64CB}" dt="2026-01-12T05:42:36.462" v="240" actId="1076"/>
          <ac:spMkLst>
            <pc:docMk/>
            <pc:sldMk cId="3297000917" sldId="256"/>
            <ac:spMk id="16" creationId="{34D2BDCA-11FA-F64A-B161-F2203C7337D0}"/>
          </ac:spMkLst>
        </pc:spChg>
        <pc:spChg chg="mod">
          <ac:chgData name="Guankui Liu" userId="4d6df37fad45c6e7" providerId="LiveId" clId="{8B712CC7-9A4A-DC4C-8CAE-3F440C3C64CB}" dt="2026-01-12T05:46:42.669" v="270"/>
          <ac:spMkLst>
            <pc:docMk/>
            <pc:sldMk cId="3297000917" sldId="256"/>
            <ac:spMk id="17" creationId="{504D41C9-A987-ACA2-6A5F-87ACD78C5B59}"/>
          </ac:spMkLst>
        </pc:spChg>
        <pc:spChg chg="mod">
          <ac:chgData name="Guankui Liu" userId="4d6df37fad45c6e7" providerId="LiveId" clId="{8B712CC7-9A4A-DC4C-8CAE-3F440C3C64CB}" dt="2026-01-12T05:43:21.365" v="247" actId="1076"/>
          <ac:spMkLst>
            <pc:docMk/>
            <pc:sldMk cId="3297000917" sldId="256"/>
            <ac:spMk id="19" creationId="{33357B4D-C68C-F24E-98BB-467DD4F9AE35}"/>
          </ac:spMkLst>
        </pc:spChg>
        <pc:spChg chg="mod">
          <ac:chgData name="Guankui Liu" userId="4d6df37fad45c6e7" providerId="LiveId" clId="{8B712CC7-9A4A-DC4C-8CAE-3F440C3C64CB}" dt="2026-01-12T05:46:42.669" v="270"/>
          <ac:spMkLst>
            <pc:docMk/>
            <pc:sldMk cId="3297000917" sldId="256"/>
            <ac:spMk id="22" creationId="{C342F4A4-8034-F57D-A027-F6F2644FA046}"/>
          </ac:spMkLst>
        </pc:spChg>
        <pc:spChg chg="mod">
          <ac:chgData name="Guankui Liu" userId="4d6df37fad45c6e7" providerId="LiveId" clId="{8B712CC7-9A4A-DC4C-8CAE-3F440C3C64CB}" dt="2026-01-12T05:46:42.669" v="270"/>
          <ac:spMkLst>
            <pc:docMk/>
            <pc:sldMk cId="3297000917" sldId="256"/>
            <ac:spMk id="24" creationId="{9A0932DF-7867-37CD-58B5-474955991123}"/>
          </ac:spMkLst>
        </pc:spChg>
        <pc:spChg chg="mod">
          <ac:chgData name="Guankui Liu" userId="4d6df37fad45c6e7" providerId="LiveId" clId="{8B712CC7-9A4A-DC4C-8CAE-3F440C3C64CB}" dt="2026-01-12T05:46:42.669" v="270"/>
          <ac:spMkLst>
            <pc:docMk/>
            <pc:sldMk cId="3297000917" sldId="256"/>
            <ac:spMk id="26" creationId="{422B109F-C0DD-35AC-A78F-DA5A43BC7251}"/>
          </ac:spMkLst>
        </pc:spChg>
        <pc:spChg chg="mod">
          <ac:chgData name="Guankui Liu" userId="4d6df37fad45c6e7" providerId="LiveId" clId="{8B712CC7-9A4A-DC4C-8CAE-3F440C3C64CB}" dt="2026-01-12T05:30:05.527" v="105" actId="1038"/>
          <ac:spMkLst>
            <pc:docMk/>
            <pc:sldMk cId="3297000917" sldId="256"/>
            <ac:spMk id="28" creationId="{9E99BF21-B37A-7A7B-C6D2-1FBCAC9DB14F}"/>
          </ac:spMkLst>
        </pc:spChg>
        <pc:spChg chg="del">
          <ac:chgData name="Guankui Liu" userId="4d6df37fad45c6e7" providerId="LiveId" clId="{8B712CC7-9A4A-DC4C-8CAE-3F440C3C64CB}" dt="2026-01-12T05:27:30.490" v="61" actId="478"/>
          <ac:spMkLst>
            <pc:docMk/>
            <pc:sldMk cId="3297000917" sldId="256"/>
            <ac:spMk id="29" creationId="{C2EEA03D-6A8A-FA72-FD16-0E8A357EB07E}"/>
          </ac:spMkLst>
        </pc:spChg>
        <pc:spChg chg="del">
          <ac:chgData name="Guankui Liu" userId="4d6df37fad45c6e7" providerId="LiveId" clId="{8B712CC7-9A4A-DC4C-8CAE-3F440C3C64CB}" dt="2026-01-12T05:27:26.348" v="60" actId="478"/>
          <ac:spMkLst>
            <pc:docMk/>
            <pc:sldMk cId="3297000917" sldId="256"/>
            <ac:spMk id="30" creationId="{18220EE6-B691-BC16-7CE4-1D9B1480BD7B}"/>
          </ac:spMkLst>
        </pc:spChg>
        <pc:spChg chg="mod">
          <ac:chgData name="Guankui Liu" userId="4d6df37fad45c6e7" providerId="LiveId" clId="{8B712CC7-9A4A-DC4C-8CAE-3F440C3C64CB}" dt="2026-01-12T05:46:42.669" v="270"/>
          <ac:spMkLst>
            <pc:docMk/>
            <pc:sldMk cId="3297000917" sldId="256"/>
            <ac:spMk id="33" creationId="{9376FECA-FAFC-5D14-D790-E489FD1DC561}"/>
          </ac:spMkLst>
        </pc:spChg>
        <pc:spChg chg="mod">
          <ac:chgData name="Guankui Liu" userId="4d6df37fad45c6e7" providerId="LiveId" clId="{8B712CC7-9A4A-DC4C-8CAE-3F440C3C64CB}" dt="2026-01-12T05:44:54.848" v="264" actId="1076"/>
          <ac:spMkLst>
            <pc:docMk/>
            <pc:sldMk cId="3297000917" sldId="256"/>
            <ac:spMk id="36" creationId="{EB4DE0C8-9DDE-045E-0142-7CB9755A70F3}"/>
          </ac:spMkLst>
        </pc:spChg>
        <pc:spChg chg="mod">
          <ac:chgData name="Guankui Liu" userId="4d6df37fad45c6e7" providerId="LiveId" clId="{8B712CC7-9A4A-DC4C-8CAE-3F440C3C64CB}" dt="2026-01-12T05:46:42.669" v="270"/>
          <ac:spMkLst>
            <pc:docMk/>
            <pc:sldMk cId="3297000917" sldId="256"/>
            <ac:spMk id="39" creationId="{BA33AE41-D78B-04C6-0985-5A55F36D070D}"/>
          </ac:spMkLst>
        </pc:spChg>
        <pc:spChg chg="del mod">
          <ac:chgData name="Guankui Liu" userId="4d6df37fad45c6e7" providerId="LiveId" clId="{8B712CC7-9A4A-DC4C-8CAE-3F440C3C64CB}" dt="2026-01-12T05:29:18.851" v="90"/>
          <ac:spMkLst>
            <pc:docMk/>
            <pc:sldMk cId="3297000917" sldId="256"/>
            <ac:spMk id="40" creationId="{BFD9E1BF-67AF-9742-C2D3-71B4B46A579F}"/>
          </ac:spMkLst>
        </pc:spChg>
        <pc:spChg chg="mod">
          <ac:chgData name="Guankui Liu" userId="4d6df37fad45c6e7" providerId="LiveId" clId="{8B712CC7-9A4A-DC4C-8CAE-3F440C3C64CB}" dt="2026-01-12T05:39:40.300" v="216" actId="1076"/>
          <ac:spMkLst>
            <pc:docMk/>
            <pc:sldMk cId="3297000917" sldId="256"/>
            <ac:spMk id="41" creationId="{CB42BA65-1224-F4AA-E571-D7D0AEEDA040}"/>
          </ac:spMkLst>
        </pc:spChg>
        <pc:spChg chg="del mod">
          <ac:chgData name="Guankui Liu" userId="4d6df37fad45c6e7" providerId="LiveId" clId="{8B712CC7-9A4A-DC4C-8CAE-3F440C3C64CB}" dt="2026-01-12T05:29:18.729" v="88" actId="478"/>
          <ac:spMkLst>
            <pc:docMk/>
            <pc:sldMk cId="3297000917" sldId="256"/>
            <ac:spMk id="42" creationId="{7FBED26D-C83B-26B7-6C1A-90446E6E5E89}"/>
          </ac:spMkLst>
        </pc:spChg>
        <pc:spChg chg="del">
          <ac:chgData name="Guankui Liu" userId="4d6df37fad45c6e7" providerId="LiveId" clId="{8B712CC7-9A4A-DC4C-8CAE-3F440C3C64CB}" dt="2026-01-12T05:29:39.342" v="95" actId="478"/>
          <ac:spMkLst>
            <pc:docMk/>
            <pc:sldMk cId="3297000917" sldId="256"/>
            <ac:spMk id="43" creationId="{7179428B-A5CE-0CCC-49F5-1C073FF6AA4B}"/>
          </ac:spMkLst>
        </pc:spChg>
        <pc:spChg chg="del">
          <ac:chgData name="Guankui Liu" userId="4d6df37fad45c6e7" providerId="LiveId" clId="{8B712CC7-9A4A-DC4C-8CAE-3F440C3C64CB}" dt="2026-01-12T05:29:37.529" v="94" actId="478"/>
          <ac:spMkLst>
            <pc:docMk/>
            <pc:sldMk cId="3297000917" sldId="256"/>
            <ac:spMk id="44" creationId="{358324E4-A6B7-BB86-AA10-51C472ABF8F2}"/>
          </ac:spMkLst>
        </pc:spChg>
        <pc:spChg chg="del mod">
          <ac:chgData name="Guankui Liu" userId="4d6df37fad45c6e7" providerId="LiveId" clId="{8B712CC7-9A4A-DC4C-8CAE-3F440C3C64CB}" dt="2026-01-12T05:29:54.061" v="100"/>
          <ac:spMkLst>
            <pc:docMk/>
            <pc:sldMk cId="3297000917" sldId="256"/>
            <ac:spMk id="45" creationId="{68D05E91-0B4D-ABE2-BD10-FADF967E2351}"/>
          </ac:spMkLst>
        </pc:spChg>
        <pc:spChg chg="mod">
          <ac:chgData name="Guankui Liu" userId="4d6df37fad45c6e7" providerId="LiveId" clId="{8B712CC7-9A4A-DC4C-8CAE-3F440C3C64CB}" dt="2026-01-12T05:46:42.669" v="270"/>
          <ac:spMkLst>
            <pc:docMk/>
            <pc:sldMk cId="3297000917" sldId="256"/>
            <ac:spMk id="48" creationId="{1C08A259-ABF3-6409-E0B3-8F8361D76B7C}"/>
          </ac:spMkLst>
        </pc:spChg>
        <pc:spChg chg="del">
          <ac:chgData name="Guankui Liu" userId="4d6df37fad45c6e7" providerId="LiveId" clId="{8B712CC7-9A4A-DC4C-8CAE-3F440C3C64CB}" dt="2026-01-12T05:28:33.057" v="73" actId="478"/>
          <ac:spMkLst>
            <pc:docMk/>
            <pc:sldMk cId="3297000917" sldId="256"/>
            <ac:spMk id="49" creationId="{C21C74A3-4D8F-CE78-A521-D35E5CD17F74}"/>
          </ac:spMkLst>
        </pc:spChg>
        <pc:spChg chg="del">
          <ac:chgData name="Guankui Liu" userId="4d6df37fad45c6e7" providerId="LiveId" clId="{8B712CC7-9A4A-DC4C-8CAE-3F440C3C64CB}" dt="2026-01-12T05:28:00.746" v="64" actId="478"/>
          <ac:spMkLst>
            <pc:docMk/>
            <pc:sldMk cId="3297000917" sldId="256"/>
            <ac:spMk id="51" creationId="{980CDA6E-7630-9A15-2A84-22B72082E0E1}"/>
          </ac:spMkLst>
        </pc:spChg>
        <pc:spChg chg="del">
          <ac:chgData name="Guankui Liu" userId="4d6df37fad45c6e7" providerId="LiveId" clId="{8B712CC7-9A4A-DC4C-8CAE-3F440C3C64CB}" dt="2026-01-12T05:28:05.846" v="66" actId="478"/>
          <ac:spMkLst>
            <pc:docMk/>
            <pc:sldMk cId="3297000917" sldId="256"/>
            <ac:spMk id="52" creationId="{CA8A7EB0-FEEA-2D98-AF16-CEC90F010EED}"/>
          </ac:spMkLst>
        </pc:spChg>
        <pc:spChg chg="del">
          <ac:chgData name="Guankui Liu" userId="4d6df37fad45c6e7" providerId="LiveId" clId="{8B712CC7-9A4A-DC4C-8CAE-3F440C3C64CB}" dt="2026-01-12T05:28:03.348" v="65" actId="478"/>
          <ac:spMkLst>
            <pc:docMk/>
            <pc:sldMk cId="3297000917" sldId="256"/>
            <ac:spMk id="53" creationId="{98A425C4-B12C-25C5-3522-7CBB785207D4}"/>
          </ac:spMkLst>
        </pc:spChg>
        <pc:spChg chg="del">
          <ac:chgData name="Guankui Liu" userId="4d6df37fad45c6e7" providerId="LiveId" clId="{8B712CC7-9A4A-DC4C-8CAE-3F440C3C64CB}" dt="2026-01-12T05:28:33.951" v="74" actId="478"/>
          <ac:spMkLst>
            <pc:docMk/>
            <pc:sldMk cId="3297000917" sldId="256"/>
            <ac:spMk id="57" creationId="{728BFBCB-3727-0612-0C98-33ECB18833D0}"/>
          </ac:spMkLst>
        </pc:spChg>
        <pc:spChg chg="del">
          <ac:chgData name="Guankui Liu" userId="4d6df37fad45c6e7" providerId="LiveId" clId="{8B712CC7-9A4A-DC4C-8CAE-3F440C3C64CB}" dt="2026-01-12T05:28:08.684" v="67" actId="478"/>
          <ac:spMkLst>
            <pc:docMk/>
            <pc:sldMk cId="3297000917" sldId="256"/>
            <ac:spMk id="59" creationId="{E2911C7A-862A-FA60-CC56-1895CF0C27B0}"/>
          </ac:spMkLst>
        </pc:spChg>
        <pc:spChg chg="del mod">
          <ac:chgData name="Guankui Liu" userId="4d6df37fad45c6e7" providerId="LiveId" clId="{8B712CC7-9A4A-DC4C-8CAE-3F440C3C64CB}" dt="2026-01-12T05:28:13.824" v="71"/>
          <ac:spMkLst>
            <pc:docMk/>
            <pc:sldMk cId="3297000917" sldId="256"/>
            <ac:spMk id="60" creationId="{412FE708-FC84-5C37-DBC3-42BE28FC23BF}"/>
          </ac:spMkLst>
        </pc:spChg>
        <pc:spChg chg="del">
          <ac:chgData name="Guankui Liu" userId="4d6df37fad45c6e7" providerId="LiveId" clId="{8B712CC7-9A4A-DC4C-8CAE-3F440C3C64CB}" dt="2026-01-12T05:28:12.151" v="69" actId="478"/>
          <ac:spMkLst>
            <pc:docMk/>
            <pc:sldMk cId="3297000917" sldId="256"/>
            <ac:spMk id="61" creationId="{14C0FF29-F055-220E-0244-483EA1200D6F}"/>
          </ac:spMkLst>
        </pc:spChg>
        <pc:spChg chg="add mod">
          <ac:chgData name="Guankui Liu" userId="4d6df37fad45c6e7" providerId="LiveId" clId="{8B712CC7-9A4A-DC4C-8CAE-3F440C3C64CB}" dt="2026-01-12T05:28:25.448" v="72"/>
          <ac:spMkLst>
            <pc:docMk/>
            <pc:sldMk cId="3297000917" sldId="256"/>
            <ac:spMk id="1115" creationId="{7B8DC9B3-CBAF-B39F-608A-D8DD42BF51F1}"/>
          </ac:spMkLst>
        </pc:spChg>
        <pc:spChg chg="add mod">
          <ac:chgData name="Guankui Liu" userId="4d6df37fad45c6e7" providerId="LiveId" clId="{8B712CC7-9A4A-DC4C-8CAE-3F440C3C64CB}" dt="2026-01-12T05:39:45.799" v="217" actId="1076"/>
          <ac:spMkLst>
            <pc:docMk/>
            <pc:sldMk cId="3297000917" sldId="256"/>
            <ac:spMk id="1116" creationId="{D699305B-0770-6DCD-3DDB-37DCEC835283}"/>
          </ac:spMkLst>
        </pc:spChg>
        <pc:spChg chg="add mod">
          <ac:chgData name="Guankui Liu" userId="4d6df37fad45c6e7" providerId="LiveId" clId="{8B712CC7-9A4A-DC4C-8CAE-3F440C3C64CB}" dt="2026-01-12T05:30:17.220" v="107" actId="1076"/>
          <ac:spMkLst>
            <pc:docMk/>
            <pc:sldMk cId="3297000917" sldId="256"/>
            <ac:spMk id="1117" creationId="{FACCEA8F-09B4-E3E1-AE39-F853B207ED40}"/>
          </ac:spMkLst>
        </pc:spChg>
        <pc:spChg chg="add mod">
          <ac:chgData name="Guankui Liu" userId="4d6df37fad45c6e7" providerId="LiveId" clId="{8B712CC7-9A4A-DC4C-8CAE-3F440C3C64CB}" dt="2026-01-12T05:30:17.220" v="107" actId="1076"/>
          <ac:spMkLst>
            <pc:docMk/>
            <pc:sldMk cId="3297000917" sldId="256"/>
            <ac:spMk id="1118" creationId="{A633FD32-B367-08FF-0608-209503391683}"/>
          </ac:spMkLst>
        </pc:spChg>
        <pc:spChg chg="add mod">
          <ac:chgData name="Guankui Liu" userId="4d6df37fad45c6e7" providerId="LiveId" clId="{8B712CC7-9A4A-DC4C-8CAE-3F440C3C64CB}" dt="2026-01-12T05:30:28.222" v="109" actId="1076"/>
          <ac:spMkLst>
            <pc:docMk/>
            <pc:sldMk cId="3297000917" sldId="256"/>
            <ac:spMk id="1119" creationId="{F230790A-D45C-AC35-9B89-0A292E5CEB3B}"/>
          </ac:spMkLst>
        </pc:spChg>
        <pc:spChg chg="add mod">
          <ac:chgData name="Guankui Liu" userId="4d6df37fad45c6e7" providerId="LiveId" clId="{8B712CC7-9A4A-DC4C-8CAE-3F440C3C64CB}" dt="2026-01-12T05:30:28.222" v="109" actId="1076"/>
          <ac:spMkLst>
            <pc:docMk/>
            <pc:sldMk cId="3297000917" sldId="256"/>
            <ac:spMk id="1120" creationId="{5BCC483B-90A1-8521-A6A0-7759EEBDC856}"/>
          </ac:spMkLst>
        </pc:spChg>
        <pc:picChg chg="mod">
          <ac:chgData name="Guankui Liu" userId="4d6df37fad45c6e7" providerId="LiveId" clId="{8B712CC7-9A4A-DC4C-8CAE-3F440C3C64CB}" dt="2026-01-12T05:20:49.822" v="4" actId="1076"/>
          <ac:picMkLst>
            <pc:docMk/>
            <pc:sldMk cId="3297000917" sldId="256"/>
            <ac:picMk id="5" creationId="{1A41407C-426E-36AD-1924-211A55EED081}"/>
          </ac:picMkLst>
        </pc:picChg>
        <pc:picChg chg="del mod">
          <ac:chgData name="Guankui Liu" userId="4d6df37fad45c6e7" providerId="LiveId" clId="{8B712CC7-9A4A-DC4C-8CAE-3F440C3C64CB}" dt="2026-01-12T05:33:16.730" v="144" actId="478"/>
          <ac:picMkLst>
            <pc:docMk/>
            <pc:sldMk cId="3297000917" sldId="256"/>
            <ac:picMk id="1089" creationId="{0C8D004E-609A-0CAE-AC3F-C4DC0B117D52}"/>
          </ac:picMkLst>
        </pc:picChg>
        <pc:picChg chg="del">
          <ac:chgData name="Guankui Liu" userId="4d6df37fad45c6e7" providerId="LiveId" clId="{8B712CC7-9A4A-DC4C-8CAE-3F440C3C64CB}" dt="2026-01-12T05:34:01.808" v="153" actId="478"/>
          <ac:picMkLst>
            <pc:docMk/>
            <pc:sldMk cId="3297000917" sldId="256"/>
            <ac:picMk id="1090" creationId="{126933BA-1CBA-754F-C9AB-B44A5EAFF4D3}"/>
          </ac:picMkLst>
        </pc:picChg>
        <pc:picChg chg="del">
          <ac:chgData name="Guankui Liu" userId="4d6df37fad45c6e7" providerId="LiveId" clId="{8B712CC7-9A4A-DC4C-8CAE-3F440C3C64CB}" dt="2026-01-12T05:34:45.053" v="160" actId="478"/>
          <ac:picMkLst>
            <pc:docMk/>
            <pc:sldMk cId="3297000917" sldId="256"/>
            <ac:picMk id="1091" creationId="{BDC7E05A-22FE-C486-BFB1-334004C7705B}"/>
          </ac:picMkLst>
        </pc:picChg>
        <pc:picChg chg="del">
          <ac:chgData name="Guankui Liu" userId="4d6df37fad45c6e7" providerId="LiveId" clId="{8B712CC7-9A4A-DC4C-8CAE-3F440C3C64CB}" dt="2026-01-12T05:35:13.986" v="167" actId="478"/>
          <ac:picMkLst>
            <pc:docMk/>
            <pc:sldMk cId="3297000917" sldId="256"/>
            <ac:picMk id="1095" creationId="{3812F2BB-FF8E-105A-F723-0C5CDD3C7254}"/>
          </ac:picMkLst>
        </pc:picChg>
        <pc:picChg chg="del">
          <ac:chgData name="Guankui Liu" userId="4d6df37fad45c6e7" providerId="LiveId" clId="{8B712CC7-9A4A-DC4C-8CAE-3F440C3C64CB}" dt="2026-01-12T05:35:45.621" v="174" actId="478"/>
          <ac:picMkLst>
            <pc:docMk/>
            <pc:sldMk cId="3297000917" sldId="256"/>
            <ac:picMk id="1096" creationId="{5CD3715A-D761-0DC7-296E-8392264DE796}"/>
          </ac:picMkLst>
        </pc:picChg>
        <pc:picChg chg="del">
          <ac:chgData name="Guankui Liu" userId="4d6df37fad45c6e7" providerId="LiveId" clId="{8B712CC7-9A4A-DC4C-8CAE-3F440C3C64CB}" dt="2026-01-12T05:36:11.737" v="182" actId="478"/>
          <ac:picMkLst>
            <pc:docMk/>
            <pc:sldMk cId="3297000917" sldId="256"/>
            <ac:picMk id="1097" creationId="{2C9FF6EB-ACE4-8D64-3CBD-CC99D8C9CEF3}"/>
          </ac:picMkLst>
        </pc:picChg>
        <pc:picChg chg="del">
          <ac:chgData name="Guankui Liu" userId="4d6df37fad45c6e7" providerId="LiveId" clId="{8B712CC7-9A4A-DC4C-8CAE-3F440C3C64CB}" dt="2026-01-12T05:36:59.333" v="189" actId="478"/>
          <ac:picMkLst>
            <pc:docMk/>
            <pc:sldMk cId="3297000917" sldId="256"/>
            <ac:picMk id="1100" creationId="{9C730E85-4F2A-676C-F909-6DEB8264C46E}"/>
          </ac:picMkLst>
        </pc:picChg>
        <pc:picChg chg="del">
          <ac:chgData name="Guankui Liu" userId="4d6df37fad45c6e7" providerId="LiveId" clId="{8B712CC7-9A4A-DC4C-8CAE-3F440C3C64CB}" dt="2026-01-12T05:37:27.491" v="196" actId="478"/>
          <ac:picMkLst>
            <pc:docMk/>
            <pc:sldMk cId="3297000917" sldId="256"/>
            <ac:picMk id="1102" creationId="{B0B9FD60-5FB1-B607-A048-3E6F921DF5DB}"/>
          </ac:picMkLst>
        </pc:picChg>
        <pc:picChg chg="del">
          <ac:chgData name="Guankui Liu" userId="4d6df37fad45c6e7" providerId="LiveId" clId="{8B712CC7-9A4A-DC4C-8CAE-3F440C3C64CB}" dt="2026-01-12T05:38:04.037" v="206" actId="478"/>
          <ac:picMkLst>
            <pc:docMk/>
            <pc:sldMk cId="3297000917" sldId="256"/>
            <ac:picMk id="1103" creationId="{AF2D5F35-FF70-B7D4-C252-DF7BE345340D}"/>
          </ac:picMkLst>
        </pc:picChg>
        <pc:picChg chg="add mod">
          <ac:chgData name="Guankui Liu" userId="4d6df37fad45c6e7" providerId="LiveId" clId="{8B712CC7-9A4A-DC4C-8CAE-3F440C3C64CB}" dt="2026-01-12T05:33:59.842" v="152" actId="1076"/>
          <ac:picMkLst>
            <pc:docMk/>
            <pc:sldMk cId="3297000917" sldId="256"/>
            <ac:picMk id="1122" creationId="{127DA42D-7B02-FEB5-D883-3249E023089F}"/>
          </ac:picMkLst>
        </pc:picChg>
        <pc:picChg chg="add mod">
          <ac:chgData name="Guankui Liu" userId="4d6df37fad45c6e7" providerId="LiveId" clId="{8B712CC7-9A4A-DC4C-8CAE-3F440C3C64CB}" dt="2026-01-12T05:34:42.843" v="159" actId="1076"/>
          <ac:picMkLst>
            <pc:docMk/>
            <pc:sldMk cId="3297000917" sldId="256"/>
            <ac:picMk id="1124" creationId="{CF220BAA-D563-37D4-E953-7A2CB946AB2B}"/>
          </ac:picMkLst>
        </pc:picChg>
        <pc:picChg chg="add mod">
          <ac:chgData name="Guankui Liu" userId="4d6df37fad45c6e7" providerId="LiveId" clId="{8B712CC7-9A4A-DC4C-8CAE-3F440C3C64CB}" dt="2026-01-12T05:35:11.500" v="166" actId="1076"/>
          <ac:picMkLst>
            <pc:docMk/>
            <pc:sldMk cId="3297000917" sldId="256"/>
            <ac:picMk id="1126" creationId="{54E409F3-570E-C084-E8DD-5218B4F8732A}"/>
          </ac:picMkLst>
        </pc:picChg>
        <pc:picChg chg="add mod">
          <ac:chgData name="Guankui Liu" userId="4d6df37fad45c6e7" providerId="LiveId" clId="{8B712CC7-9A4A-DC4C-8CAE-3F440C3C64CB}" dt="2026-01-12T05:35:43.871" v="173" actId="1076"/>
          <ac:picMkLst>
            <pc:docMk/>
            <pc:sldMk cId="3297000917" sldId="256"/>
            <ac:picMk id="1128" creationId="{5C4F1AC6-F70A-FC19-AB05-9297F4B38171}"/>
          </ac:picMkLst>
        </pc:picChg>
        <pc:picChg chg="add mod">
          <ac:chgData name="Guankui Liu" userId="4d6df37fad45c6e7" providerId="LiveId" clId="{8B712CC7-9A4A-DC4C-8CAE-3F440C3C64CB}" dt="2026-01-12T05:36:09.102" v="181" actId="1076"/>
          <ac:picMkLst>
            <pc:docMk/>
            <pc:sldMk cId="3297000917" sldId="256"/>
            <ac:picMk id="1130" creationId="{80BC48D2-40C4-BA0A-D355-81A909C27E70}"/>
          </ac:picMkLst>
        </pc:picChg>
        <pc:picChg chg="add mod">
          <ac:chgData name="Guankui Liu" userId="4d6df37fad45c6e7" providerId="LiveId" clId="{8B712CC7-9A4A-DC4C-8CAE-3F440C3C64CB}" dt="2026-01-12T05:36:31.977" v="188" actId="1076"/>
          <ac:picMkLst>
            <pc:docMk/>
            <pc:sldMk cId="3297000917" sldId="256"/>
            <ac:picMk id="1132" creationId="{DC2EC0C6-6CBC-AB33-EC68-1768C6A327C5}"/>
          </ac:picMkLst>
        </pc:picChg>
        <pc:picChg chg="add mod">
          <ac:chgData name="Guankui Liu" userId="4d6df37fad45c6e7" providerId="LiveId" clId="{8B712CC7-9A4A-DC4C-8CAE-3F440C3C64CB}" dt="2026-01-12T05:38:24.569" v="207" actId="1076"/>
          <ac:picMkLst>
            <pc:docMk/>
            <pc:sldMk cId="3297000917" sldId="256"/>
            <ac:picMk id="1134" creationId="{C1CF21E7-5A7D-1F26-D1A7-573EAB9D77A7}"/>
          </ac:picMkLst>
        </pc:picChg>
        <pc:picChg chg="add mod">
          <ac:chgData name="Guankui Liu" userId="4d6df37fad45c6e7" providerId="LiveId" clId="{8B712CC7-9A4A-DC4C-8CAE-3F440C3C64CB}" dt="2026-01-12T05:37:53.325" v="205" actId="1076"/>
          <ac:picMkLst>
            <pc:docMk/>
            <pc:sldMk cId="3297000917" sldId="256"/>
            <ac:picMk id="1136" creationId="{A81FC40D-868F-F84A-CE1E-4F0A3F38BCD1}"/>
          </ac:picMkLst>
        </pc:picChg>
        <pc:picChg chg="add mod">
          <ac:chgData name="Guankui Liu" userId="4d6df37fad45c6e7" providerId="LiveId" clId="{8B712CC7-9A4A-DC4C-8CAE-3F440C3C64CB}" dt="2026-01-12T05:39:01.625" v="213" actId="1076"/>
          <ac:picMkLst>
            <pc:docMk/>
            <pc:sldMk cId="3297000917" sldId="256"/>
            <ac:picMk id="1138" creationId="{B608A8CA-55C7-48BF-30DE-EB3717804385}"/>
          </ac:picMkLst>
        </pc:picChg>
      </pc:sldChg>
      <pc:sldMasterChg chg="modSp modSldLayout">
        <pc:chgData name="Guankui Liu" userId="4d6df37fad45c6e7" providerId="LiveId" clId="{8B712CC7-9A4A-DC4C-8CAE-3F440C3C64CB}" dt="2026-01-12T05:46:42.669" v="270"/>
        <pc:sldMasterMkLst>
          <pc:docMk/>
          <pc:sldMasterMk cId="804617498" sldId="2147483648"/>
        </pc:sldMasterMkLst>
        <pc:spChg chg="mod">
          <ac:chgData name="Guankui Liu" userId="4d6df37fad45c6e7" providerId="LiveId" clId="{8B712CC7-9A4A-DC4C-8CAE-3F440C3C64CB}" dt="2026-01-12T05:46:42.669" v="270"/>
          <ac:spMkLst>
            <pc:docMk/>
            <pc:sldMasterMk cId="804617498" sldId="2147483648"/>
            <ac:spMk id="2" creationId="{037F795D-49C0-D614-27A8-C8AD3CED0407}"/>
          </ac:spMkLst>
        </pc:spChg>
        <pc:spChg chg="mod">
          <ac:chgData name="Guankui Liu" userId="4d6df37fad45c6e7" providerId="LiveId" clId="{8B712CC7-9A4A-DC4C-8CAE-3F440C3C64CB}" dt="2026-01-12T05:46:42.669" v="270"/>
          <ac:spMkLst>
            <pc:docMk/>
            <pc:sldMasterMk cId="804617498" sldId="2147483648"/>
            <ac:spMk id="3" creationId="{A9AECA61-D56E-3768-733F-8281FA1FEB44}"/>
          </ac:spMkLst>
        </pc:spChg>
        <pc:spChg chg="mod">
          <ac:chgData name="Guankui Liu" userId="4d6df37fad45c6e7" providerId="LiveId" clId="{8B712CC7-9A4A-DC4C-8CAE-3F440C3C64CB}" dt="2026-01-12T05:46:42.669" v="270"/>
          <ac:spMkLst>
            <pc:docMk/>
            <pc:sldMasterMk cId="804617498" sldId="2147483648"/>
            <ac:spMk id="4" creationId="{2236725C-FF5A-8850-1A78-582D0AFC2700}"/>
          </ac:spMkLst>
        </pc:spChg>
        <pc:spChg chg="mod">
          <ac:chgData name="Guankui Liu" userId="4d6df37fad45c6e7" providerId="LiveId" clId="{8B712CC7-9A4A-DC4C-8CAE-3F440C3C64CB}" dt="2026-01-12T05:46:42.669" v="270"/>
          <ac:spMkLst>
            <pc:docMk/>
            <pc:sldMasterMk cId="804617498" sldId="2147483648"/>
            <ac:spMk id="5" creationId="{4BECE1CB-6112-5FAC-D67E-4AC7B3670B99}"/>
          </ac:spMkLst>
        </pc:spChg>
        <pc:spChg chg="mod">
          <ac:chgData name="Guankui Liu" userId="4d6df37fad45c6e7" providerId="LiveId" clId="{8B712CC7-9A4A-DC4C-8CAE-3F440C3C64CB}" dt="2026-01-12T05:46:42.669" v="270"/>
          <ac:spMkLst>
            <pc:docMk/>
            <pc:sldMasterMk cId="804617498" sldId="2147483648"/>
            <ac:spMk id="6" creationId="{8ACA3681-734F-6EED-5DAB-17D5C844B906}"/>
          </ac:spMkLst>
        </pc:spChg>
        <pc:sldLayoutChg chg="modSp">
          <pc:chgData name="Guankui Liu" userId="4d6df37fad45c6e7" providerId="LiveId" clId="{8B712CC7-9A4A-DC4C-8CAE-3F440C3C64CB}" dt="2026-01-12T05:46:42.669" v="270"/>
          <pc:sldLayoutMkLst>
            <pc:docMk/>
            <pc:sldMasterMk cId="804617498" sldId="2147483648"/>
            <pc:sldLayoutMk cId="1174590140" sldId="2147483649"/>
          </pc:sldLayoutMkLst>
          <pc:spChg chg="mod">
            <ac:chgData name="Guankui Liu" userId="4d6df37fad45c6e7" providerId="LiveId" clId="{8B712CC7-9A4A-DC4C-8CAE-3F440C3C64CB}" dt="2026-01-12T05:46:42.669" v="270"/>
            <ac:spMkLst>
              <pc:docMk/>
              <pc:sldMasterMk cId="804617498" sldId="2147483648"/>
              <pc:sldLayoutMk cId="1174590140" sldId="2147483649"/>
              <ac:spMk id="2" creationId="{F7AFEA81-BD5B-78D7-4BD3-14A08017759A}"/>
            </ac:spMkLst>
          </pc:spChg>
          <pc:spChg chg="mod">
            <ac:chgData name="Guankui Liu" userId="4d6df37fad45c6e7" providerId="LiveId" clId="{8B712CC7-9A4A-DC4C-8CAE-3F440C3C64CB}" dt="2026-01-12T05:46:42.669" v="270"/>
            <ac:spMkLst>
              <pc:docMk/>
              <pc:sldMasterMk cId="804617498" sldId="2147483648"/>
              <pc:sldLayoutMk cId="1174590140" sldId="2147483649"/>
              <ac:spMk id="3" creationId="{7EC164AB-ED8F-59ED-AE89-5430C711FB16}"/>
            </ac:spMkLst>
          </pc:spChg>
        </pc:sldLayoutChg>
        <pc:sldLayoutChg chg="modSp">
          <pc:chgData name="Guankui Liu" userId="4d6df37fad45c6e7" providerId="LiveId" clId="{8B712CC7-9A4A-DC4C-8CAE-3F440C3C64CB}" dt="2026-01-12T05:46:42.669" v="270"/>
          <pc:sldLayoutMkLst>
            <pc:docMk/>
            <pc:sldMasterMk cId="804617498" sldId="2147483648"/>
            <pc:sldLayoutMk cId="793875791" sldId="2147483651"/>
          </pc:sldLayoutMkLst>
          <pc:spChg chg="mod">
            <ac:chgData name="Guankui Liu" userId="4d6df37fad45c6e7" providerId="LiveId" clId="{8B712CC7-9A4A-DC4C-8CAE-3F440C3C64CB}" dt="2026-01-12T05:46:42.669" v="270"/>
            <ac:spMkLst>
              <pc:docMk/>
              <pc:sldMasterMk cId="804617498" sldId="2147483648"/>
              <pc:sldLayoutMk cId="793875791" sldId="2147483651"/>
              <ac:spMk id="2" creationId="{ED7556A1-D072-3237-F880-C333989D1F17}"/>
            </ac:spMkLst>
          </pc:spChg>
          <pc:spChg chg="mod">
            <ac:chgData name="Guankui Liu" userId="4d6df37fad45c6e7" providerId="LiveId" clId="{8B712CC7-9A4A-DC4C-8CAE-3F440C3C64CB}" dt="2026-01-12T05:46:42.669" v="270"/>
            <ac:spMkLst>
              <pc:docMk/>
              <pc:sldMasterMk cId="804617498" sldId="2147483648"/>
              <pc:sldLayoutMk cId="793875791" sldId="2147483651"/>
              <ac:spMk id="3" creationId="{8289301B-1799-C507-725A-071DF0478565}"/>
            </ac:spMkLst>
          </pc:spChg>
        </pc:sldLayoutChg>
        <pc:sldLayoutChg chg="modSp">
          <pc:chgData name="Guankui Liu" userId="4d6df37fad45c6e7" providerId="LiveId" clId="{8B712CC7-9A4A-DC4C-8CAE-3F440C3C64CB}" dt="2026-01-12T05:46:42.669" v="270"/>
          <pc:sldLayoutMkLst>
            <pc:docMk/>
            <pc:sldMasterMk cId="804617498" sldId="2147483648"/>
            <pc:sldLayoutMk cId="399565024" sldId="2147483652"/>
          </pc:sldLayoutMkLst>
          <pc:spChg chg="mod">
            <ac:chgData name="Guankui Liu" userId="4d6df37fad45c6e7" providerId="LiveId" clId="{8B712CC7-9A4A-DC4C-8CAE-3F440C3C64CB}" dt="2026-01-12T05:46:42.669" v="270"/>
            <ac:spMkLst>
              <pc:docMk/>
              <pc:sldMasterMk cId="804617498" sldId="2147483648"/>
              <pc:sldLayoutMk cId="399565024" sldId="2147483652"/>
              <ac:spMk id="3" creationId="{5198A52E-4350-7556-8FD7-6E10F4D14E58}"/>
            </ac:spMkLst>
          </pc:spChg>
          <pc:spChg chg="mod">
            <ac:chgData name="Guankui Liu" userId="4d6df37fad45c6e7" providerId="LiveId" clId="{8B712CC7-9A4A-DC4C-8CAE-3F440C3C64CB}" dt="2026-01-12T05:46:42.669" v="270"/>
            <ac:spMkLst>
              <pc:docMk/>
              <pc:sldMasterMk cId="804617498" sldId="2147483648"/>
              <pc:sldLayoutMk cId="399565024" sldId="2147483652"/>
              <ac:spMk id="4" creationId="{574E1B36-FD7D-4F67-F72C-20D56ECDC555}"/>
            </ac:spMkLst>
          </pc:spChg>
        </pc:sldLayoutChg>
        <pc:sldLayoutChg chg="modSp">
          <pc:chgData name="Guankui Liu" userId="4d6df37fad45c6e7" providerId="LiveId" clId="{8B712CC7-9A4A-DC4C-8CAE-3F440C3C64CB}" dt="2026-01-12T05:46:42.669" v="270"/>
          <pc:sldLayoutMkLst>
            <pc:docMk/>
            <pc:sldMasterMk cId="804617498" sldId="2147483648"/>
            <pc:sldLayoutMk cId="2683086514" sldId="2147483653"/>
          </pc:sldLayoutMkLst>
          <pc:spChg chg="mod">
            <ac:chgData name="Guankui Liu" userId="4d6df37fad45c6e7" providerId="LiveId" clId="{8B712CC7-9A4A-DC4C-8CAE-3F440C3C64CB}" dt="2026-01-12T05:46:42.669" v="270"/>
            <ac:spMkLst>
              <pc:docMk/>
              <pc:sldMasterMk cId="804617498" sldId="2147483648"/>
              <pc:sldLayoutMk cId="2683086514" sldId="2147483653"/>
              <ac:spMk id="2" creationId="{B5435CAF-6018-B5F7-D219-478BF4915A06}"/>
            </ac:spMkLst>
          </pc:spChg>
          <pc:spChg chg="mod">
            <ac:chgData name="Guankui Liu" userId="4d6df37fad45c6e7" providerId="LiveId" clId="{8B712CC7-9A4A-DC4C-8CAE-3F440C3C64CB}" dt="2026-01-12T05:46:42.669" v="270"/>
            <ac:spMkLst>
              <pc:docMk/>
              <pc:sldMasterMk cId="804617498" sldId="2147483648"/>
              <pc:sldLayoutMk cId="2683086514" sldId="2147483653"/>
              <ac:spMk id="3" creationId="{F8C337D1-C950-D94E-9448-0DE8345CC14E}"/>
            </ac:spMkLst>
          </pc:spChg>
          <pc:spChg chg="mod">
            <ac:chgData name="Guankui Liu" userId="4d6df37fad45c6e7" providerId="LiveId" clId="{8B712CC7-9A4A-DC4C-8CAE-3F440C3C64CB}" dt="2026-01-12T05:46:42.669" v="270"/>
            <ac:spMkLst>
              <pc:docMk/>
              <pc:sldMasterMk cId="804617498" sldId="2147483648"/>
              <pc:sldLayoutMk cId="2683086514" sldId="2147483653"/>
              <ac:spMk id="4" creationId="{26236966-7C57-D15A-DE81-2E78750DF417}"/>
            </ac:spMkLst>
          </pc:spChg>
          <pc:spChg chg="mod">
            <ac:chgData name="Guankui Liu" userId="4d6df37fad45c6e7" providerId="LiveId" clId="{8B712CC7-9A4A-DC4C-8CAE-3F440C3C64CB}" dt="2026-01-12T05:46:42.669" v="270"/>
            <ac:spMkLst>
              <pc:docMk/>
              <pc:sldMasterMk cId="804617498" sldId="2147483648"/>
              <pc:sldLayoutMk cId="2683086514" sldId="2147483653"/>
              <ac:spMk id="5" creationId="{B3C5CF1C-3F1B-B9A2-CDBE-4836602EF9AA}"/>
            </ac:spMkLst>
          </pc:spChg>
          <pc:spChg chg="mod">
            <ac:chgData name="Guankui Liu" userId="4d6df37fad45c6e7" providerId="LiveId" clId="{8B712CC7-9A4A-DC4C-8CAE-3F440C3C64CB}" dt="2026-01-12T05:46:42.669" v="270"/>
            <ac:spMkLst>
              <pc:docMk/>
              <pc:sldMasterMk cId="804617498" sldId="2147483648"/>
              <pc:sldLayoutMk cId="2683086514" sldId="2147483653"/>
              <ac:spMk id="6" creationId="{89473CE4-DD36-2322-31BE-D1B56ADA5D74}"/>
            </ac:spMkLst>
          </pc:spChg>
        </pc:sldLayoutChg>
        <pc:sldLayoutChg chg="modSp">
          <pc:chgData name="Guankui Liu" userId="4d6df37fad45c6e7" providerId="LiveId" clId="{8B712CC7-9A4A-DC4C-8CAE-3F440C3C64CB}" dt="2026-01-12T05:46:42.669" v="270"/>
          <pc:sldLayoutMkLst>
            <pc:docMk/>
            <pc:sldMasterMk cId="804617498" sldId="2147483648"/>
            <pc:sldLayoutMk cId="3609902795" sldId="2147483656"/>
          </pc:sldLayoutMkLst>
          <pc:spChg chg="mod">
            <ac:chgData name="Guankui Liu" userId="4d6df37fad45c6e7" providerId="LiveId" clId="{8B712CC7-9A4A-DC4C-8CAE-3F440C3C64CB}" dt="2026-01-12T05:46:42.669" v="270"/>
            <ac:spMkLst>
              <pc:docMk/>
              <pc:sldMasterMk cId="804617498" sldId="2147483648"/>
              <pc:sldLayoutMk cId="3609902795" sldId="2147483656"/>
              <ac:spMk id="2" creationId="{82F0D558-7410-FFB5-B573-C0EFEB34AF35}"/>
            </ac:spMkLst>
          </pc:spChg>
          <pc:spChg chg="mod">
            <ac:chgData name="Guankui Liu" userId="4d6df37fad45c6e7" providerId="LiveId" clId="{8B712CC7-9A4A-DC4C-8CAE-3F440C3C64CB}" dt="2026-01-12T05:46:42.669" v="270"/>
            <ac:spMkLst>
              <pc:docMk/>
              <pc:sldMasterMk cId="804617498" sldId="2147483648"/>
              <pc:sldLayoutMk cId="3609902795" sldId="2147483656"/>
              <ac:spMk id="3" creationId="{5C815FBD-3F13-8AFA-C6C5-4F3540D8F59F}"/>
            </ac:spMkLst>
          </pc:spChg>
          <pc:spChg chg="mod">
            <ac:chgData name="Guankui Liu" userId="4d6df37fad45c6e7" providerId="LiveId" clId="{8B712CC7-9A4A-DC4C-8CAE-3F440C3C64CB}" dt="2026-01-12T05:46:42.669" v="270"/>
            <ac:spMkLst>
              <pc:docMk/>
              <pc:sldMasterMk cId="804617498" sldId="2147483648"/>
              <pc:sldLayoutMk cId="3609902795" sldId="2147483656"/>
              <ac:spMk id="4" creationId="{9F9C1FE2-4B58-1F2C-E907-E9428B99480C}"/>
            </ac:spMkLst>
          </pc:spChg>
        </pc:sldLayoutChg>
        <pc:sldLayoutChg chg="modSp">
          <pc:chgData name="Guankui Liu" userId="4d6df37fad45c6e7" providerId="LiveId" clId="{8B712CC7-9A4A-DC4C-8CAE-3F440C3C64CB}" dt="2026-01-12T05:46:42.669" v="270"/>
          <pc:sldLayoutMkLst>
            <pc:docMk/>
            <pc:sldMasterMk cId="804617498" sldId="2147483648"/>
            <pc:sldLayoutMk cId="4189630718" sldId="2147483657"/>
          </pc:sldLayoutMkLst>
          <pc:spChg chg="mod">
            <ac:chgData name="Guankui Liu" userId="4d6df37fad45c6e7" providerId="LiveId" clId="{8B712CC7-9A4A-DC4C-8CAE-3F440C3C64CB}" dt="2026-01-12T05:46:42.669" v="270"/>
            <ac:spMkLst>
              <pc:docMk/>
              <pc:sldMasterMk cId="804617498" sldId="2147483648"/>
              <pc:sldLayoutMk cId="4189630718" sldId="2147483657"/>
              <ac:spMk id="2" creationId="{576C26F6-36B6-6E3C-9D62-4071F2B7B430}"/>
            </ac:spMkLst>
          </pc:spChg>
          <pc:spChg chg="mod">
            <ac:chgData name="Guankui Liu" userId="4d6df37fad45c6e7" providerId="LiveId" clId="{8B712CC7-9A4A-DC4C-8CAE-3F440C3C64CB}" dt="2026-01-12T05:46:42.669" v="270"/>
            <ac:spMkLst>
              <pc:docMk/>
              <pc:sldMasterMk cId="804617498" sldId="2147483648"/>
              <pc:sldLayoutMk cId="4189630718" sldId="2147483657"/>
              <ac:spMk id="3" creationId="{9EFE7B8B-9FB4-A978-FE8E-EA45BC2C8419}"/>
            </ac:spMkLst>
          </pc:spChg>
          <pc:spChg chg="mod">
            <ac:chgData name="Guankui Liu" userId="4d6df37fad45c6e7" providerId="LiveId" clId="{8B712CC7-9A4A-DC4C-8CAE-3F440C3C64CB}" dt="2026-01-12T05:46:42.669" v="270"/>
            <ac:spMkLst>
              <pc:docMk/>
              <pc:sldMasterMk cId="804617498" sldId="2147483648"/>
              <pc:sldLayoutMk cId="4189630718" sldId="2147483657"/>
              <ac:spMk id="4" creationId="{13121155-71D9-7923-9E26-D50C1548E6CD}"/>
            </ac:spMkLst>
          </pc:spChg>
        </pc:sldLayoutChg>
        <pc:sldLayoutChg chg="modSp">
          <pc:chgData name="Guankui Liu" userId="4d6df37fad45c6e7" providerId="LiveId" clId="{8B712CC7-9A4A-DC4C-8CAE-3F440C3C64CB}" dt="2026-01-12T05:46:42.669" v="270"/>
          <pc:sldLayoutMkLst>
            <pc:docMk/>
            <pc:sldMasterMk cId="804617498" sldId="2147483648"/>
            <pc:sldLayoutMk cId="1042114913" sldId="2147483659"/>
          </pc:sldLayoutMkLst>
          <pc:spChg chg="mod">
            <ac:chgData name="Guankui Liu" userId="4d6df37fad45c6e7" providerId="LiveId" clId="{8B712CC7-9A4A-DC4C-8CAE-3F440C3C64CB}" dt="2026-01-12T05:46:42.669" v="270"/>
            <ac:spMkLst>
              <pc:docMk/>
              <pc:sldMasterMk cId="804617498" sldId="2147483648"/>
              <pc:sldLayoutMk cId="1042114913" sldId="2147483659"/>
              <ac:spMk id="2" creationId="{D84303AD-A657-F7B6-3D05-4AC150C744C2}"/>
            </ac:spMkLst>
          </pc:spChg>
          <pc:spChg chg="mod">
            <ac:chgData name="Guankui Liu" userId="4d6df37fad45c6e7" providerId="LiveId" clId="{8B712CC7-9A4A-DC4C-8CAE-3F440C3C64CB}" dt="2026-01-12T05:46:42.669" v="270"/>
            <ac:spMkLst>
              <pc:docMk/>
              <pc:sldMasterMk cId="804617498" sldId="2147483648"/>
              <pc:sldLayoutMk cId="1042114913" sldId="2147483659"/>
              <ac:spMk id="3" creationId="{40C94C75-FC76-8C1C-3C50-F3F4C3B307B3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45695"/>
            <a:ext cx="9144000" cy="2011774"/>
          </a:xfrm>
        </p:spPr>
        <p:txBody>
          <a:bodyPr anchor="b"/>
          <a:lstStyle>
            <a:lvl1pPr algn="ctr">
              <a:defRPr sz="505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35050"/>
            <a:ext cx="9144000" cy="1395133"/>
          </a:xfrm>
        </p:spPr>
        <p:txBody>
          <a:bodyPr/>
          <a:lstStyle>
            <a:lvl1pPr marL="0" indent="0" algn="ctr">
              <a:buNone/>
              <a:defRPr sz="2022"/>
            </a:lvl1pPr>
            <a:lvl2pPr marL="385237" indent="0" algn="ctr">
              <a:buNone/>
              <a:defRPr sz="1685"/>
            </a:lvl2pPr>
            <a:lvl3pPr marL="770473" indent="0" algn="ctr">
              <a:buNone/>
              <a:defRPr sz="1517"/>
            </a:lvl3pPr>
            <a:lvl4pPr marL="1155710" indent="0" algn="ctr">
              <a:buNone/>
              <a:defRPr sz="1348"/>
            </a:lvl4pPr>
            <a:lvl5pPr marL="1540947" indent="0" algn="ctr">
              <a:buNone/>
              <a:defRPr sz="1348"/>
            </a:lvl5pPr>
            <a:lvl6pPr marL="1926184" indent="0" algn="ctr">
              <a:buNone/>
              <a:defRPr sz="1348"/>
            </a:lvl6pPr>
            <a:lvl7pPr marL="2311420" indent="0" algn="ctr">
              <a:buNone/>
              <a:defRPr sz="1348"/>
            </a:lvl7pPr>
            <a:lvl8pPr marL="2696657" indent="0" algn="ctr">
              <a:buNone/>
              <a:defRPr sz="1348"/>
            </a:lvl8pPr>
            <a:lvl9pPr marL="3081894" indent="0" algn="ctr">
              <a:buNone/>
              <a:defRPr sz="1348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EA0F8-1643-4206-848E-4621BC89F1CD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A8610-801F-4386-B8BB-6DA04E4E6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347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EA0F8-1643-4206-848E-4621BC89F1CD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A8610-801F-4386-B8BB-6DA04E4E6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205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440613"/>
            <a:ext cx="10515600" cy="2403695"/>
          </a:xfrm>
        </p:spPr>
        <p:txBody>
          <a:bodyPr anchor="b"/>
          <a:lstStyle>
            <a:lvl1pPr>
              <a:defRPr sz="505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867048"/>
            <a:ext cx="10515600" cy="1264046"/>
          </a:xfrm>
        </p:spPr>
        <p:txBody>
          <a:bodyPr/>
          <a:lstStyle>
            <a:lvl1pPr marL="0" indent="0">
              <a:buNone/>
              <a:defRPr sz="2022">
                <a:solidFill>
                  <a:schemeClr val="tx1">
                    <a:tint val="82000"/>
                  </a:schemeClr>
                </a:solidFill>
              </a:defRPr>
            </a:lvl1pPr>
            <a:lvl2pPr marL="385237" indent="0">
              <a:buNone/>
              <a:defRPr sz="1685">
                <a:solidFill>
                  <a:schemeClr val="tx1">
                    <a:tint val="82000"/>
                  </a:schemeClr>
                </a:solidFill>
              </a:defRPr>
            </a:lvl2pPr>
            <a:lvl3pPr marL="770473" indent="0">
              <a:buNone/>
              <a:defRPr sz="1517">
                <a:solidFill>
                  <a:schemeClr val="tx1">
                    <a:tint val="82000"/>
                  </a:schemeClr>
                </a:solidFill>
              </a:defRPr>
            </a:lvl3pPr>
            <a:lvl4pPr marL="1155710" indent="0">
              <a:buNone/>
              <a:defRPr sz="1348">
                <a:solidFill>
                  <a:schemeClr val="tx1">
                    <a:tint val="82000"/>
                  </a:schemeClr>
                </a:solidFill>
              </a:defRPr>
            </a:lvl4pPr>
            <a:lvl5pPr marL="1540947" indent="0">
              <a:buNone/>
              <a:defRPr sz="1348">
                <a:solidFill>
                  <a:schemeClr val="tx1">
                    <a:tint val="82000"/>
                  </a:schemeClr>
                </a:solidFill>
              </a:defRPr>
            </a:lvl5pPr>
            <a:lvl6pPr marL="1926184" indent="0">
              <a:buNone/>
              <a:defRPr sz="1348">
                <a:solidFill>
                  <a:schemeClr val="tx1">
                    <a:tint val="82000"/>
                  </a:schemeClr>
                </a:solidFill>
              </a:defRPr>
            </a:lvl6pPr>
            <a:lvl7pPr marL="2311420" indent="0">
              <a:buNone/>
              <a:defRPr sz="1348">
                <a:solidFill>
                  <a:schemeClr val="tx1">
                    <a:tint val="82000"/>
                  </a:schemeClr>
                </a:solidFill>
              </a:defRPr>
            </a:lvl7pPr>
            <a:lvl8pPr marL="2696657" indent="0">
              <a:buNone/>
              <a:defRPr sz="1348">
                <a:solidFill>
                  <a:schemeClr val="tx1">
                    <a:tint val="82000"/>
                  </a:schemeClr>
                </a:solidFill>
              </a:defRPr>
            </a:lvl8pPr>
            <a:lvl9pPr marL="3081894" indent="0">
              <a:buNone/>
              <a:defRPr sz="134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EA0F8-1643-4206-848E-4621BC89F1CD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A8610-801F-4386-B8BB-6DA04E4E6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762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38258"/>
            <a:ext cx="5181600" cy="36664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38258"/>
            <a:ext cx="5181600" cy="36664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EA0F8-1643-4206-848E-4621BC89F1CD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A8610-801F-4386-B8BB-6DA04E4E6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957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07652"/>
            <a:ext cx="10515600" cy="11169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416536"/>
            <a:ext cx="5157787" cy="694222"/>
          </a:xfrm>
        </p:spPr>
        <p:txBody>
          <a:bodyPr anchor="b"/>
          <a:lstStyle>
            <a:lvl1pPr marL="0" indent="0">
              <a:buNone/>
              <a:defRPr sz="2022" b="1"/>
            </a:lvl1pPr>
            <a:lvl2pPr marL="385237" indent="0">
              <a:buNone/>
              <a:defRPr sz="1685" b="1"/>
            </a:lvl2pPr>
            <a:lvl3pPr marL="770473" indent="0">
              <a:buNone/>
              <a:defRPr sz="1517" b="1"/>
            </a:lvl3pPr>
            <a:lvl4pPr marL="1155710" indent="0">
              <a:buNone/>
              <a:defRPr sz="1348" b="1"/>
            </a:lvl4pPr>
            <a:lvl5pPr marL="1540947" indent="0">
              <a:buNone/>
              <a:defRPr sz="1348" b="1"/>
            </a:lvl5pPr>
            <a:lvl6pPr marL="1926184" indent="0">
              <a:buNone/>
              <a:defRPr sz="1348" b="1"/>
            </a:lvl6pPr>
            <a:lvl7pPr marL="2311420" indent="0">
              <a:buNone/>
              <a:defRPr sz="1348" b="1"/>
            </a:lvl7pPr>
            <a:lvl8pPr marL="2696657" indent="0">
              <a:buNone/>
              <a:defRPr sz="1348" b="1"/>
            </a:lvl8pPr>
            <a:lvl9pPr marL="3081894" indent="0">
              <a:buNone/>
              <a:defRPr sz="13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110757"/>
            <a:ext cx="5157787" cy="31046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16536"/>
            <a:ext cx="5183188" cy="694222"/>
          </a:xfrm>
        </p:spPr>
        <p:txBody>
          <a:bodyPr anchor="b"/>
          <a:lstStyle>
            <a:lvl1pPr marL="0" indent="0">
              <a:buNone/>
              <a:defRPr sz="2022" b="1"/>
            </a:lvl1pPr>
            <a:lvl2pPr marL="385237" indent="0">
              <a:buNone/>
              <a:defRPr sz="1685" b="1"/>
            </a:lvl2pPr>
            <a:lvl3pPr marL="770473" indent="0">
              <a:buNone/>
              <a:defRPr sz="1517" b="1"/>
            </a:lvl3pPr>
            <a:lvl4pPr marL="1155710" indent="0">
              <a:buNone/>
              <a:defRPr sz="1348" b="1"/>
            </a:lvl4pPr>
            <a:lvl5pPr marL="1540947" indent="0">
              <a:buNone/>
              <a:defRPr sz="1348" b="1"/>
            </a:lvl5pPr>
            <a:lvl6pPr marL="1926184" indent="0">
              <a:buNone/>
              <a:defRPr sz="1348" b="1"/>
            </a:lvl6pPr>
            <a:lvl7pPr marL="2311420" indent="0">
              <a:buNone/>
              <a:defRPr sz="1348" b="1"/>
            </a:lvl7pPr>
            <a:lvl8pPr marL="2696657" indent="0">
              <a:buNone/>
              <a:defRPr sz="1348" b="1"/>
            </a:lvl8pPr>
            <a:lvl9pPr marL="3081894" indent="0">
              <a:buNone/>
              <a:defRPr sz="13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110757"/>
            <a:ext cx="5183188" cy="31046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EA0F8-1643-4206-848E-4621BC89F1CD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A8610-801F-4386-B8BB-6DA04E4E6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082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EA0F8-1643-4206-848E-4621BC89F1CD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A8610-801F-4386-B8BB-6DA04E4E6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464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EA0F8-1643-4206-848E-4621BC89F1CD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A8610-801F-4386-B8BB-6DA04E4E6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18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85233"/>
            <a:ext cx="3932237" cy="1348317"/>
          </a:xfrm>
        </p:spPr>
        <p:txBody>
          <a:bodyPr anchor="b"/>
          <a:lstStyle>
            <a:lvl1pPr>
              <a:defRPr sz="269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831998"/>
            <a:ext cx="6172200" cy="4106480"/>
          </a:xfrm>
        </p:spPr>
        <p:txBody>
          <a:bodyPr/>
          <a:lstStyle>
            <a:lvl1pPr>
              <a:defRPr sz="2696"/>
            </a:lvl1pPr>
            <a:lvl2pPr>
              <a:defRPr sz="2359"/>
            </a:lvl2pPr>
            <a:lvl3pPr>
              <a:defRPr sz="2022"/>
            </a:lvl3pPr>
            <a:lvl4pPr>
              <a:defRPr sz="1685"/>
            </a:lvl4pPr>
            <a:lvl5pPr>
              <a:defRPr sz="1685"/>
            </a:lvl5pPr>
            <a:lvl6pPr>
              <a:defRPr sz="1685"/>
            </a:lvl6pPr>
            <a:lvl7pPr>
              <a:defRPr sz="1685"/>
            </a:lvl7pPr>
            <a:lvl8pPr>
              <a:defRPr sz="1685"/>
            </a:lvl8pPr>
            <a:lvl9pPr>
              <a:defRPr sz="168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33550"/>
            <a:ext cx="3932237" cy="3211616"/>
          </a:xfrm>
        </p:spPr>
        <p:txBody>
          <a:bodyPr/>
          <a:lstStyle>
            <a:lvl1pPr marL="0" indent="0">
              <a:buNone/>
              <a:defRPr sz="1348"/>
            </a:lvl1pPr>
            <a:lvl2pPr marL="385237" indent="0">
              <a:buNone/>
              <a:defRPr sz="1180"/>
            </a:lvl2pPr>
            <a:lvl3pPr marL="770473" indent="0">
              <a:buNone/>
              <a:defRPr sz="1011"/>
            </a:lvl3pPr>
            <a:lvl4pPr marL="1155710" indent="0">
              <a:buNone/>
              <a:defRPr sz="843"/>
            </a:lvl4pPr>
            <a:lvl5pPr marL="1540947" indent="0">
              <a:buNone/>
              <a:defRPr sz="843"/>
            </a:lvl5pPr>
            <a:lvl6pPr marL="1926184" indent="0">
              <a:buNone/>
              <a:defRPr sz="843"/>
            </a:lvl6pPr>
            <a:lvl7pPr marL="2311420" indent="0">
              <a:buNone/>
              <a:defRPr sz="843"/>
            </a:lvl7pPr>
            <a:lvl8pPr marL="2696657" indent="0">
              <a:buNone/>
              <a:defRPr sz="843"/>
            </a:lvl8pPr>
            <a:lvl9pPr marL="3081894" indent="0">
              <a:buNone/>
              <a:defRPr sz="84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EA0F8-1643-4206-848E-4621BC89F1CD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A8610-801F-4386-B8BB-6DA04E4E6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953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85233"/>
            <a:ext cx="3932237" cy="1348317"/>
          </a:xfrm>
        </p:spPr>
        <p:txBody>
          <a:bodyPr anchor="b"/>
          <a:lstStyle>
            <a:lvl1pPr>
              <a:defRPr sz="269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831998"/>
            <a:ext cx="6172200" cy="4106480"/>
          </a:xfrm>
        </p:spPr>
        <p:txBody>
          <a:bodyPr anchor="t"/>
          <a:lstStyle>
            <a:lvl1pPr marL="0" indent="0">
              <a:buNone/>
              <a:defRPr sz="2696"/>
            </a:lvl1pPr>
            <a:lvl2pPr marL="385237" indent="0">
              <a:buNone/>
              <a:defRPr sz="2359"/>
            </a:lvl2pPr>
            <a:lvl3pPr marL="770473" indent="0">
              <a:buNone/>
              <a:defRPr sz="2022"/>
            </a:lvl3pPr>
            <a:lvl4pPr marL="1155710" indent="0">
              <a:buNone/>
              <a:defRPr sz="1685"/>
            </a:lvl4pPr>
            <a:lvl5pPr marL="1540947" indent="0">
              <a:buNone/>
              <a:defRPr sz="1685"/>
            </a:lvl5pPr>
            <a:lvl6pPr marL="1926184" indent="0">
              <a:buNone/>
              <a:defRPr sz="1685"/>
            </a:lvl6pPr>
            <a:lvl7pPr marL="2311420" indent="0">
              <a:buNone/>
              <a:defRPr sz="1685"/>
            </a:lvl7pPr>
            <a:lvl8pPr marL="2696657" indent="0">
              <a:buNone/>
              <a:defRPr sz="1685"/>
            </a:lvl8pPr>
            <a:lvl9pPr marL="3081894" indent="0">
              <a:buNone/>
              <a:defRPr sz="1685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33550"/>
            <a:ext cx="3932237" cy="3211616"/>
          </a:xfrm>
        </p:spPr>
        <p:txBody>
          <a:bodyPr/>
          <a:lstStyle>
            <a:lvl1pPr marL="0" indent="0">
              <a:buNone/>
              <a:defRPr sz="1348"/>
            </a:lvl1pPr>
            <a:lvl2pPr marL="385237" indent="0">
              <a:buNone/>
              <a:defRPr sz="1180"/>
            </a:lvl2pPr>
            <a:lvl3pPr marL="770473" indent="0">
              <a:buNone/>
              <a:defRPr sz="1011"/>
            </a:lvl3pPr>
            <a:lvl4pPr marL="1155710" indent="0">
              <a:buNone/>
              <a:defRPr sz="843"/>
            </a:lvl4pPr>
            <a:lvl5pPr marL="1540947" indent="0">
              <a:buNone/>
              <a:defRPr sz="843"/>
            </a:lvl5pPr>
            <a:lvl6pPr marL="1926184" indent="0">
              <a:buNone/>
              <a:defRPr sz="843"/>
            </a:lvl6pPr>
            <a:lvl7pPr marL="2311420" indent="0">
              <a:buNone/>
              <a:defRPr sz="843"/>
            </a:lvl7pPr>
            <a:lvl8pPr marL="2696657" indent="0">
              <a:buNone/>
              <a:defRPr sz="843"/>
            </a:lvl8pPr>
            <a:lvl9pPr marL="3081894" indent="0">
              <a:buNone/>
              <a:defRPr sz="84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EA0F8-1643-4206-848E-4621BC89F1CD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A8610-801F-4386-B8BB-6DA04E4E6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004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EA0F8-1643-4206-848E-4621BC89F1CD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A8610-801F-4386-B8BB-6DA04E4E6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627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07651"/>
            <a:ext cx="2628900" cy="4897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07651"/>
            <a:ext cx="7734300" cy="4897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EA0F8-1643-4206-848E-4621BC89F1CD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A8610-801F-4386-B8BB-6DA04E4E6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127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07652"/>
            <a:ext cx="10515600" cy="1116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38258"/>
            <a:ext cx="10515600" cy="36664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355814"/>
            <a:ext cx="2743200" cy="307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1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BEA0F8-1643-4206-848E-4621BC89F1CD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355814"/>
            <a:ext cx="4114800" cy="307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1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355814"/>
            <a:ext cx="2743200" cy="307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1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A8610-801F-4386-B8BB-6DA04E4E6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224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0473" rtl="0" eaLnBrk="1" latinLnBrk="0" hangingPunct="1">
        <a:lnSpc>
          <a:spcPct val="90000"/>
        </a:lnSpc>
        <a:spcBef>
          <a:spcPct val="0"/>
        </a:spcBef>
        <a:buNone/>
        <a:defRPr sz="370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2618" indent="-192618" algn="l" defTabSz="770473" rtl="0" eaLnBrk="1" latinLnBrk="0" hangingPunct="1">
        <a:lnSpc>
          <a:spcPct val="90000"/>
        </a:lnSpc>
        <a:spcBef>
          <a:spcPts val="843"/>
        </a:spcBef>
        <a:buFont typeface="Arial" panose="020B0604020202020204" pitchFamily="34" charset="0"/>
        <a:buChar char="•"/>
        <a:defRPr sz="2359" kern="1200">
          <a:solidFill>
            <a:schemeClr val="tx1"/>
          </a:solidFill>
          <a:latin typeface="+mn-lt"/>
          <a:ea typeface="+mn-ea"/>
          <a:cs typeface="+mn-cs"/>
        </a:defRPr>
      </a:lvl1pPr>
      <a:lvl2pPr marL="577855" indent="-192618" algn="l" defTabSz="770473" rtl="0" eaLnBrk="1" latinLnBrk="0" hangingPunct="1">
        <a:lnSpc>
          <a:spcPct val="90000"/>
        </a:lnSpc>
        <a:spcBef>
          <a:spcPts val="421"/>
        </a:spcBef>
        <a:buFont typeface="Arial" panose="020B0604020202020204" pitchFamily="34" charset="0"/>
        <a:buChar char="•"/>
        <a:defRPr sz="2022" kern="1200">
          <a:solidFill>
            <a:schemeClr val="tx1"/>
          </a:solidFill>
          <a:latin typeface="+mn-lt"/>
          <a:ea typeface="+mn-ea"/>
          <a:cs typeface="+mn-cs"/>
        </a:defRPr>
      </a:lvl2pPr>
      <a:lvl3pPr marL="963092" indent="-192618" algn="l" defTabSz="770473" rtl="0" eaLnBrk="1" latinLnBrk="0" hangingPunct="1">
        <a:lnSpc>
          <a:spcPct val="90000"/>
        </a:lnSpc>
        <a:spcBef>
          <a:spcPts val="421"/>
        </a:spcBef>
        <a:buFont typeface="Arial" panose="020B0604020202020204" pitchFamily="34" charset="0"/>
        <a:buChar char="•"/>
        <a:defRPr sz="1685" kern="1200">
          <a:solidFill>
            <a:schemeClr val="tx1"/>
          </a:solidFill>
          <a:latin typeface="+mn-lt"/>
          <a:ea typeface="+mn-ea"/>
          <a:cs typeface="+mn-cs"/>
        </a:defRPr>
      </a:lvl3pPr>
      <a:lvl4pPr marL="1348329" indent="-192618" algn="l" defTabSz="770473" rtl="0" eaLnBrk="1" latinLnBrk="0" hangingPunct="1">
        <a:lnSpc>
          <a:spcPct val="90000"/>
        </a:lnSpc>
        <a:spcBef>
          <a:spcPts val="421"/>
        </a:spcBef>
        <a:buFont typeface="Arial" panose="020B0604020202020204" pitchFamily="34" charset="0"/>
        <a:buChar char="•"/>
        <a:defRPr sz="1517" kern="1200">
          <a:solidFill>
            <a:schemeClr val="tx1"/>
          </a:solidFill>
          <a:latin typeface="+mn-lt"/>
          <a:ea typeface="+mn-ea"/>
          <a:cs typeface="+mn-cs"/>
        </a:defRPr>
      </a:lvl4pPr>
      <a:lvl5pPr marL="1733565" indent="-192618" algn="l" defTabSz="770473" rtl="0" eaLnBrk="1" latinLnBrk="0" hangingPunct="1">
        <a:lnSpc>
          <a:spcPct val="90000"/>
        </a:lnSpc>
        <a:spcBef>
          <a:spcPts val="421"/>
        </a:spcBef>
        <a:buFont typeface="Arial" panose="020B0604020202020204" pitchFamily="34" charset="0"/>
        <a:buChar char="•"/>
        <a:defRPr sz="1517" kern="1200">
          <a:solidFill>
            <a:schemeClr val="tx1"/>
          </a:solidFill>
          <a:latin typeface="+mn-lt"/>
          <a:ea typeface="+mn-ea"/>
          <a:cs typeface="+mn-cs"/>
        </a:defRPr>
      </a:lvl5pPr>
      <a:lvl6pPr marL="2118802" indent="-192618" algn="l" defTabSz="770473" rtl="0" eaLnBrk="1" latinLnBrk="0" hangingPunct="1">
        <a:lnSpc>
          <a:spcPct val="90000"/>
        </a:lnSpc>
        <a:spcBef>
          <a:spcPts val="421"/>
        </a:spcBef>
        <a:buFont typeface="Arial" panose="020B0604020202020204" pitchFamily="34" charset="0"/>
        <a:buChar char="•"/>
        <a:defRPr sz="1517" kern="1200">
          <a:solidFill>
            <a:schemeClr val="tx1"/>
          </a:solidFill>
          <a:latin typeface="+mn-lt"/>
          <a:ea typeface="+mn-ea"/>
          <a:cs typeface="+mn-cs"/>
        </a:defRPr>
      </a:lvl6pPr>
      <a:lvl7pPr marL="2504039" indent="-192618" algn="l" defTabSz="770473" rtl="0" eaLnBrk="1" latinLnBrk="0" hangingPunct="1">
        <a:lnSpc>
          <a:spcPct val="90000"/>
        </a:lnSpc>
        <a:spcBef>
          <a:spcPts val="421"/>
        </a:spcBef>
        <a:buFont typeface="Arial" panose="020B0604020202020204" pitchFamily="34" charset="0"/>
        <a:buChar char="•"/>
        <a:defRPr sz="1517" kern="1200">
          <a:solidFill>
            <a:schemeClr val="tx1"/>
          </a:solidFill>
          <a:latin typeface="+mn-lt"/>
          <a:ea typeface="+mn-ea"/>
          <a:cs typeface="+mn-cs"/>
        </a:defRPr>
      </a:lvl7pPr>
      <a:lvl8pPr marL="2889275" indent="-192618" algn="l" defTabSz="770473" rtl="0" eaLnBrk="1" latinLnBrk="0" hangingPunct="1">
        <a:lnSpc>
          <a:spcPct val="90000"/>
        </a:lnSpc>
        <a:spcBef>
          <a:spcPts val="421"/>
        </a:spcBef>
        <a:buFont typeface="Arial" panose="020B0604020202020204" pitchFamily="34" charset="0"/>
        <a:buChar char="•"/>
        <a:defRPr sz="1517" kern="1200">
          <a:solidFill>
            <a:schemeClr val="tx1"/>
          </a:solidFill>
          <a:latin typeface="+mn-lt"/>
          <a:ea typeface="+mn-ea"/>
          <a:cs typeface="+mn-cs"/>
        </a:defRPr>
      </a:lvl8pPr>
      <a:lvl9pPr marL="3274512" indent="-192618" algn="l" defTabSz="770473" rtl="0" eaLnBrk="1" latinLnBrk="0" hangingPunct="1">
        <a:lnSpc>
          <a:spcPct val="90000"/>
        </a:lnSpc>
        <a:spcBef>
          <a:spcPts val="421"/>
        </a:spcBef>
        <a:buFont typeface="Arial" panose="020B0604020202020204" pitchFamily="34" charset="0"/>
        <a:buChar char="•"/>
        <a:defRPr sz="15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0473" rtl="0" eaLnBrk="1" latinLnBrk="0" hangingPunct="1">
        <a:defRPr sz="1517" kern="1200">
          <a:solidFill>
            <a:schemeClr val="tx1"/>
          </a:solidFill>
          <a:latin typeface="+mn-lt"/>
          <a:ea typeface="+mn-ea"/>
          <a:cs typeface="+mn-cs"/>
        </a:defRPr>
      </a:lvl1pPr>
      <a:lvl2pPr marL="385237" algn="l" defTabSz="770473" rtl="0" eaLnBrk="1" latinLnBrk="0" hangingPunct="1">
        <a:defRPr sz="1517" kern="1200">
          <a:solidFill>
            <a:schemeClr val="tx1"/>
          </a:solidFill>
          <a:latin typeface="+mn-lt"/>
          <a:ea typeface="+mn-ea"/>
          <a:cs typeface="+mn-cs"/>
        </a:defRPr>
      </a:lvl2pPr>
      <a:lvl3pPr marL="770473" algn="l" defTabSz="770473" rtl="0" eaLnBrk="1" latinLnBrk="0" hangingPunct="1">
        <a:defRPr sz="1517" kern="1200">
          <a:solidFill>
            <a:schemeClr val="tx1"/>
          </a:solidFill>
          <a:latin typeface="+mn-lt"/>
          <a:ea typeface="+mn-ea"/>
          <a:cs typeface="+mn-cs"/>
        </a:defRPr>
      </a:lvl3pPr>
      <a:lvl4pPr marL="1155710" algn="l" defTabSz="770473" rtl="0" eaLnBrk="1" latinLnBrk="0" hangingPunct="1">
        <a:defRPr sz="1517" kern="1200">
          <a:solidFill>
            <a:schemeClr val="tx1"/>
          </a:solidFill>
          <a:latin typeface="+mn-lt"/>
          <a:ea typeface="+mn-ea"/>
          <a:cs typeface="+mn-cs"/>
        </a:defRPr>
      </a:lvl4pPr>
      <a:lvl5pPr marL="1540947" algn="l" defTabSz="770473" rtl="0" eaLnBrk="1" latinLnBrk="0" hangingPunct="1">
        <a:defRPr sz="1517" kern="1200">
          <a:solidFill>
            <a:schemeClr val="tx1"/>
          </a:solidFill>
          <a:latin typeface="+mn-lt"/>
          <a:ea typeface="+mn-ea"/>
          <a:cs typeface="+mn-cs"/>
        </a:defRPr>
      </a:lvl5pPr>
      <a:lvl6pPr marL="1926184" algn="l" defTabSz="770473" rtl="0" eaLnBrk="1" latinLnBrk="0" hangingPunct="1">
        <a:defRPr sz="1517" kern="1200">
          <a:solidFill>
            <a:schemeClr val="tx1"/>
          </a:solidFill>
          <a:latin typeface="+mn-lt"/>
          <a:ea typeface="+mn-ea"/>
          <a:cs typeface="+mn-cs"/>
        </a:defRPr>
      </a:lvl6pPr>
      <a:lvl7pPr marL="2311420" algn="l" defTabSz="770473" rtl="0" eaLnBrk="1" latinLnBrk="0" hangingPunct="1">
        <a:defRPr sz="1517" kern="1200">
          <a:solidFill>
            <a:schemeClr val="tx1"/>
          </a:solidFill>
          <a:latin typeface="+mn-lt"/>
          <a:ea typeface="+mn-ea"/>
          <a:cs typeface="+mn-cs"/>
        </a:defRPr>
      </a:lvl7pPr>
      <a:lvl8pPr marL="2696657" algn="l" defTabSz="770473" rtl="0" eaLnBrk="1" latinLnBrk="0" hangingPunct="1">
        <a:defRPr sz="1517" kern="1200">
          <a:solidFill>
            <a:schemeClr val="tx1"/>
          </a:solidFill>
          <a:latin typeface="+mn-lt"/>
          <a:ea typeface="+mn-ea"/>
          <a:cs typeface="+mn-cs"/>
        </a:defRPr>
      </a:lvl8pPr>
      <a:lvl9pPr marL="3081894" algn="l" defTabSz="770473" rtl="0" eaLnBrk="1" latinLnBrk="0" hangingPunct="1">
        <a:defRPr sz="15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jpeg"/><Relationship Id="rId18" Type="http://schemas.openxmlformats.org/officeDocument/2006/relationships/image" Target="../media/image17.jpeg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12" Type="http://schemas.openxmlformats.org/officeDocument/2006/relationships/image" Target="../media/image11.jpeg"/><Relationship Id="rId17" Type="http://schemas.openxmlformats.org/officeDocument/2006/relationships/image" Target="../media/image16.jpeg"/><Relationship Id="rId2" Type="http://schemas.openxmlformats.org/officeDocument/2006/relationships/image" Target="../media/image1.emf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11" Type="http://schemas.openxmlformats.org/officeDocument/2006/relationships/image" Target="../media/image10.jpeg"/><Relationship Id="rId5" Type="http://schemas.openxmlformats.org/officeDocument/2006/relationships/image" Target="../media/image4.emf"/><Relationship Id="rId15" Type="http://schemas.openxmlformats.org/officeDocument/2006/relationships/image" Target="../media/image14.jpeg"/><Relationship Id="rId10" Type="http://schemas.openxmlformats.org/officeDocument/2006/relationships/image" Target="../media/image9.emf"/><Relationship Id="rId19" Type="http://schemas.openxmlformats.org/officeDocument/2006/relationships/image" Target="../media/image18.jpeg"/><Relationship Id="rId4" Type="http://schemas.openxmlformats.org/officeDocument/2006/relationships/image" Target="../media/image3.emf"/><Relationship Id="rId9" Type="http://schemas.openxmlformats.org/officeDocument/2006/relationships/image" Target="../media/image8.emf"/><Relationship Id="rId1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AD0DFAAA-EBE7-BC9C-B293-E6ECF090DF15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-70945" y="-7404"/>
            <a:ext cx="12192000" cy="568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4CF495C-D805-F2C9-6014-107BB70F0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43" y="551396"/>
            <a:ext cx="387350" cy="166370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25A6211-0C33-3912-9FBD-184E8AEE5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43" y="551396"/>
            <a:ext cx="387350" cy="1663700"/>
          </a:xfrm>
          <a:prstGeom prst="rect">
            <a:avLst/>
          </a:prstGeom>
          <a:noFill/>
          <a:ln w="3175" cap="sq">
            <a:solidFill>
              <a:srgbClr val="C8C8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5B743EA1-3982-E91C-6478-886ACA80EFCC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-567832" y="1245793"/>
            <a:ext cx="1663700" cy="274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>
                <a:solidFill>
                  <a:srgbClr val="FEFFFF"/>
                </a:solidFill>
                <a:latin typeface="Calibri" panose="020F0502020204030204" pitchFamily="34" charset="0"/>
              </a:rPr>
              <a:t>AF</a:t>
            </a:r>
            <a:endParaRPr lang="en-US" altLang="en-US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6F4086E8-64ED-91B7-433F-C21451D47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43" y="2280184"/>
            <a:ext cx="387350" cy="166370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58ED2C7F-5263-DA7C-2276-BB711FEB8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43" y="2280184"/>
            <a:ext cx="387350" cy="1663700"/>
          </a:xfrm>
          <a:prstGeom prst="rect">
            <a:avLst/>
          </a:prstGeom>
          <a:noFill/>
          <a:ln w="3175" cap="sq">
            <a:solidFill>
              <a:srgbClr val="C8C8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1A01BC92-0D02-ACBA-6950-DA26CE0B466B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-553498" y="2973009"/>
            <a:ext cx="165629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>
                <a:solidFill>
                  <a:srgbClr val="FEFFFF"/>
                </a:solidFill>
                <a:latin typeface="Calibri" panose="020F0502020204030204" pitchFamily="34" charset="0"/>
              </a:rPr>
              <a:t>AM</a:t>
            </a:r>
            <a:endParaRPr lang="en-US" altLang="en-US"/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D0429179-F45B-7EC2-8548-9F27F3C89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43" y="4008971"/>
            <a:ext cx="387350" cy="1665288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5651DBE9-286B-0AF3-A427-BED42D088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43" y="4008971"/>
            <a:ext cx="387350" cy="1665288"/>
          </a:xfrm>
          <a:prstGeom prst="rect">
            <a:avLst/>
          </a:prstGeom>
          <a:noFill/>
          <a:ln w="3175" cap="sq">
            <a:solidFill>
              <a:srgbClr val="C8C8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E3969A41-C7EB-C541-3BF4-38D7E55F7751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-566537" y="4708922"/>
            <a:ext cx="166320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>
                <a:solidFill>
                  <a:srgbClr val="FEFFFF"/>
                </a:solidFill>
                <a:latin typeface="Calibri" panose="020F0502020204030204" pitchFamily="34" charset="0"/>
              </a:rPr>
              <a:t>AT</a:t>
            </a:r>
            <a:endParaRPr lang="en-US" altLang="en-US"/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D19BBA72-C9D3-0ECF-E84A-962377232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943" y="551396"/>
            <a:ext cx="387350" cy="166370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BDC0552D-5C37-7EC1-77CA-4EDD75C64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943" y="551396"/>
            <a:ext cx="387350" cy="1663700"/>
          </a:xfrm>
          <a:prstGeom prst="rect">
            <a:avLst/>
          </a:prstGeom>
          <a:noFill/>
          <a:ln w="3175" cap="sq">
            <a:solidFill>
              <a:srgbClr val="C8C8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34D2BDCA-11FA-F64A-B161-F2203C7337D0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347747" y="1245437"/>
            <a:ext cx="165574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>
                <a:solidFill>
                  <a:srgbClr val="FEFFFF"/>
                </a:solidFill>
                <a:latin typeface="Calibri" panose="020F0502020204030204" pitchFamily="34" charset="0"/>
              </a:rPr>
              <a:t>CH</a:t>
            </a:r>
            <a:endParaRPr lang="en-US" altLang="en-US"/>
          </a:p>
        </p:txBody>
      </p:sp>
      <p:sp>
        <p:nvSpPr>
          <p:cNvPr id="17" name="Rectangle 17">
            <a:extLst>
              <a:ext uri="{FF2B5EF4-FFF2-40B4-BE49-F238E27FC236}">
                <a16:creationId xmlns:a16="http://schemas.microsoft.com/office/drawing/2014/main" id="{504D41C9-A987-ACA2-6A5F-87ACD78C5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943" y="2280184"/>
            <a:ext cx="387350" cy="166370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A7089D83-3E1C-0503-9C2D-2C8ED1B25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943" y="2280184"/>
            <a:ext cx="387350" cy="1663700"/>
          </a:xfrm>
          <a:prstGeom prst="rect">
            <a:avLst/>
          </a:prstGeom>
          <a:noFill/>
          <a:ln w="3175" cap="sq">
            <a:solidFill>
              <a:srgbClr val="C8C8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Rectangle 19">
            <a:extLst>
              <a:ext uri="{FF2B5EF4-FFF2-40B4-BE49-F238E27FC236}">
                <a16:creationId xmlns:a16="http://schemas.microsoft.com/office/drawing/2014/main" id="{33357B4D-C68C-F24E-98BB-467DD4F9AE35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345481" y="2988882"/>
            <a:ext cx="165629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>
                <a:solidFill>
                  <a:srgbClr val="FEFFFF"/>
                </a:solidFill>
                <a:latin typeface="Calibri" panose="020F0502020204030204" pitchFamily="34" charset="0"/>
              </a:rPr>
              <a:t>HL</a:t>
            </a:r>
            <a:endParaRPr lang="en-US" altLang="en-US"/>
          </a:p>
        </p:txBody>
      </p:sp>
      <p:sp>
        <p:nvSpPr>
          <p:cNvPr id="20" name="Rectangle 20">
            <a:extLst>
              <a:ext uri="{FF2B5EF4-FFF2-40B4-BE49-F238E27FC236}">
                <a16:creationId xmlns:a16="http://schemas.microsoft.com/office/drawing/2014/main" id="{C35A093F-21CE-6A45-A348-00D9769D5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943" y="4008971"/>
            <a:ext cx="387350" cy="1665288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Rectangle 21">
            <a:extLst>
              <a:ext uri="{FF2B5EF4-FFF2-40B4-BE49-F238E27FC236}">
                <a16:creationId xmlns:a16="http://schemas.microsoft.com/office/drawing/2014/main" id="{CD132035-1A1C-CA6B-38E1-A2D4F3F65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943" y="4008971"/>
            <a:ext cx="387350" cy="1665288"/>
          </a:xfrm>
          <a:prstGeom prst="rect">
            <a:avLst/>
          </a:prstGeom>
          <a:noFill/>
          <a:ln w="3175" cap="sq">
            <a:solidFill>
              <a:srgbClr val="C8C8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Rectangle 22">
            <a:extLst>
              <a:ext uri="{FF2B5EF4-FFF2-40B4-BE49-F238E27FC236}">
                <a16:creationId xmlns:a16="http://schemas.microsoft.com/office/drawing/2014/main" id="{C342F4A4-8034-F57D-A027-F6F2644FA04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345455" y="4719515"/>
            <a:ext cx="165635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>
                <a:solidFill>
                  <a:srgbClr val="FEFFFF"/>
                </a:solidFill>
                <a:latin typeface="Calibri" panose="020F0502020204030204" pitchFamily="34" charset="0"/>
              </a:rPr>
              <a:t>SS</a:t>
            </a:r>
            <a:endParaRPr lang="en-US" altLang="en-US"/>
          </a:p>
        </p:txBody>
      </p:sp>
      <p:sp>
        <p:nvSpPr>
          <p:cNvPr id="23" name="Rectangle 23">
            <a:extLst>
              <a:ext uri="{FF2B5EF4-FFF2-40B4-BE49-F238E27FC236}">
                <a16:creationId xmlns:a16="http://schemas.microsoft.com/office/drawing/2014/main" id="{4B8AF01C-4202-66FD-837F-F25D693C4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780" y="105309"/>
            <a:ext cx="1663700" cy="38100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Rectangle 24">
            <a:extLst>
              <a:ext uri="{FF2B5EF4-FFF2-40B4-BE49-F238E27FC236}">
                <a16:creationId xmlns:a16="http://schemas.microsoft.com/office/drawing/2014/main" id="{9A0932DF-7867-37CD-58B5-474955991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780" y="105309"/>
            <a:ext cx="1663700" cy="381000"/>
          </a:xfrm>
          <a:prstGeom prst="rect">
            <a:avLst/>
          </a:prstGeom>
          <a:noFill/>
          <a:ln w="3175" cap="sq">
            <a:solidFill>
              <a:srgbClr val="C8C8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Rectangle 25">
            <a:extLst>
              <a:ext uri="{FF2B5EF4-FFF2-40B4-BE49-F238E27FC236}">
                <a16:creationId xmlns:a16="http://schemas.microsoft.com/office/drawing/2014/main" id="{ED3438FC-79B1-CD90-484C-545C93632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355" y="144997"/>
            <a:ext cx="135582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FEFFFF"/>
                </a:solidFill>
                <a:latin typeface="Calibri" panose="020F0502020204030204" pitchFamily="34" charset="0"/>
              </a:rPr>
              <a:t>Original image</a:t>
            </a:r>
            <a:endParaRPr lang="en-US" altLang="en-US"/>
          </a:p>
        </p:txBody>
      </p:sp>
      <p:sp>
        <p:nvSpPr>
          <p:cNvPr id="26" name="Rectangle 26">
            <a:extLst>
              <a:ext uri="{FF2B5EF4-FFF2-40B4-BE49-F238E27FC236}">
                <a16:creationId xmlns:a16="http://schemas.microsoft.com/office/drawing/2014/main" id="{422B109F-C0DD-35AC-A78F-DA5A43BC7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3156" y="105309"/>
            <a:ext cx="1662113" cy="38100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Rectangle 27">
            <a:extLst>
              <a:ext uri="{FF2B5EF4-FFF2-40B4-BE49-F238E27FC236}">
                <a16:creationId xmlns:a16="http://schemas.microsoft.com/office/drawing/2014/main" id="{7F74EC15-716E-9B5E-8FE1-B10833D0D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3156" y="105309"/>
            <a:ext cx="1662113" cy="381000"/>
          </a:xfrm>
          <a:prstGeom prst="rect">
            <a:avLst/>
          </a:prstGeom>
          <a:noFill/>
          <a:ln w="3175" cap="sq">
            <a:solidFill>
              <a:srgbClr val="C8C8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Rectangle 28">
            <a:extLst>
              <a:ext uri="{FF2B5EF4-FFF2-40B4-BE49-F238E27FC236}">
                <a16:creationId xmlns:a16="http://schemas.microsoft.com/office/drawing/2014/main" id="{9E99BF21-B37A-7A7B-C6D2-1FBCAC9DB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4946" y="166834"/>
            <a:ext cx="97789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FEFFFF"/>
                </a:solidFill>
                <a:latin typeface="Calibri" panose="020F0502020204030204" pitchFamily="34" charset="0"/>
              </a:rPr>
              <a:t>Grad</a:t>
            </a:r>
            <a:r>
              <a:rPr lang="en-US" altLang="zh-CN">
                <a:solidFill>
                  <a:srgbClr val="FEFFFF"/>
                </a:solidFill>
                <a:latin typeface="Calibri" panose="020F0502020204030204" pitchFamily="34" charset="0"/>
              </a:rPr>
              <a:t>-CAM</a:t>
            </a:r>
            <a:endParaRPr lang="en-US" altLang="en-US"/>
          </a:p>
        </p:txBody>
      </p:sp>
      <p:sp>
        <p:nvSpPr>
          <p:cNvPr id="31" name="Rectangle 31">
            <a:extLst>
              <a:ext uri="{FF2B5EF4-FFF2-40B4-BE49-F238E27FC236}">
                <a16:creationId xmlns:a16="http://schemas.microsoft.com/office/drawing/2014/main" id="{B94A1163-A04E-D43E-05B8-68430247D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4543" y="551396"/>
            <a:ext cx="388938" cy="166370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Rectangle 32">
            <a:extLst>
              <a:ext uri="{FF2B5EF4-FFF2-40B4-BE49-F238E27FC236}">
                <a16:creationId xmlns:a16="http://schemas.microsoft.com/office/drawing/2014/main" id="{7C248713-36DC-C35A-D040-36E79516B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4543" y="551396"/>
            <a:ext cx="388938" cy="1663700"/>
          </a:xfrm>
          <a:prstGeom prst="rect">
            <a:avLst/>
          </a:prstGeom>
          <a:noFill/>
          <a:ln w="3175" cap="sq">
            <a:solidFill>
              <a:srgbClr val="C8C8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Rectangle 33">
            <a:extLst>
              <a:ext uri="{FF2B5EF4-FFF2-40B4-BE49-F238E27FC236}">
                <a16:creationId xmlns:a16="http://schemas.microsoft.com/office/drawing/2014/main" id="{9376FECA-FAFC-5D14-D790-E489FD1DC561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657298" y="1254789"/>
            <a:ext cx="164837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>
                <a:solidFill>
                  <a:srgbClr val="FEFFFF"/>
                </a:solidFill>
                <a:latin typeface="Calibri" panose="020F0502020204030204" pitchFamily="34" charset="0"/>
              </a:rPr>
              <a:t>BCS</a:t>
            </a:r>
            <a:endParaRPr lang="en-US" altLang="en-US"/>
          </a:p>
        </p:txBody>
      </p:sp>
      <p:sp>
        <p:nvSpPr>
          <p:cNvPr id="34" name="Rectangle 34">
            <a:extLst>
              <a:ext uri="{FF2B5EF4-FFF2-40B4-BE49-F238E27FC236}">
                <a16:creationId xmlns:a16="http://schemas.microsoft.com/office/drawing/2014/main" id="{BE77190A-903A-0D99-9102-9D092BFF9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4543" y="2280184"/>
            <a:ext cx="388938" cy="166370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DC1D7078-1118-F5C3-B34B-093121126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4543" y="2280184"/>
            <a:ext cx="388938" cy="1663700"/>
          </a:xfrm>
          <a:prstGeom prst="rect">
            <a:avLst/>
          </a:prstGeom>
          <a:noFill/>
          <a:ln w="3175" cap="sq">
            <a:solidFill>
              <a:srgbClr val="C8C8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EB4DE0C8-9DDE-045E-0142-7CB9755A70F3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634758" y="3012152"/>
            <a:ext cx="166319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>
                <a:solidFill>
                  <a:srgbClr val="FEFFFF"/>
                </a:solidFill>
                <a:latin typeface="Calibri" panose="020F0502020204030204" pitchFamily="34" charset="0"/>
              </a:rPr>
              <a:t>DCS</a:t>
            </a:r>
            <a:endParaRPr lang="en-US" altLang="en-US"/>
          </a:p>
        </p:txBody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D4A81AA9-6B77-8EB8-77BC-F969A9CED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4543" y="4008971"/>
            <a:ext cx="388938" cy="1665288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Rectangle 38">
            <a:extLst>
              <a:ext uri="{FF2B5EF4-FFF2-40B4-BE49-F238E27FC236}">
                <a16:creationId xmlns:a16="http://schemas.microsoft.com/office/drawing/2014/main" id="{FBD908CF-E04E-D553-623B-CC40E577E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4543" y="4008971"/>
            <a:ext cx="388938" cy="1665288"/>
          </a:xfrm>
          <a:prstGeom prst="rect">
            <a:avLst/>
          </a:prstGeom>
          <a:noFill/>
          <a:ln w="3175" cap="sq">
            <a:solidFill>
              <a:srgbClr val="C8C8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Rectangle 39">
            <a:extLst>
              <a:ext uri="{FF2B5EF4-FFF2-40B4-BE49-F238E27FC236}">
                <a16:creationId xmlns:a16="http://schemas.microsoft.com/office/drawing/2014/main" id="{BA33AE41-D78B-04C6-0985-5A55F36D070D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644491" y="4725707"/>
            <a:ext cx="165635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>
                <a:solidFill>
                  <a:srgbClr val="FEFFFF"/>
                </a:solidFill>
                <a:latin typeface="Calibri" panose="020F0502020204030204" pitchFamily="34" charset="0"/>
              </a:rPr>
              <a:t>SE</a:t>
            </a:r>
            <a:endParaRPr lang="en-US" altLang="en-US"/>
          </a:p>
        </p:txBody>
      </p:sp>
      <p:sp>
        <p:nvSpPr>
          <p:cNvPr id="41" name="Rectangle 41">
            <a:extLst>
              <a:ext uri="{FF2B5EF4-FFF2-40B4-BE49-F238E27FC236}">
                <a16:creationId xmlns:a16="http://schemas.microsoft.com/office/drawing/2014/main" id="{CB42BA65-1224-F4AA-E571-D7D0AEEDA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362" y="94752"/>
            <a:ext cx="3366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200" b="1">
                <a:solidFill>
                  <a:srgbClr val="000000"/>
                </a:solidFill>
                <a:latin typeface="+mn-lt"/>
              </a:rPr>
              <a:t>(</a:t>
            </a:r>
            <a:r>
              <a:rPr lang="en-US" altLang="en-US" sz="2400" b="1">
                <a:solidFill>
                  <a:srgbClr val="000000"/>
                </a:solidFill>
                <a:latin typeface="+mn-lt"/>
              </a:rPr>
              <a:t>a</a:t>
            </a:r>
            <a:r>
              <a:rPr lang="en-US" altLang="en-US" sz="2200" b="1">
                <a:solidFill>
                  <a:srgbClr val="000000"/>
                </a:solidFill>
                <a:latin typeface="+mn-lt"/>
              </a:rPr>
              <a:t>)</a:t>
            </a:r>
            <a:endParaRPr lang="en-US" altLang="en-US">
              <a:latin typeface="+mn-lt"/>
            </a:endParaRPr>
          </a:p>
        </p:txBody>
      </p:sp>
      <p:sp>
        <p:nvSpPr>
          <p:cNvPr id="46" name="Rectangle 46">
            <a:extLst>
              <a:ext uri="{FF2B5EF4-FFF2-40B4-BE49-F238E27FC236}">
                <a16:creationId xmlns:a16="http://schemas.microsoft.com/office/drawing/2014/main" id="{07B01D8A-FE48-3050-0652-1FD748E4C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5969" y="105309"/>
            <a:ext cx="1662113" cy="38100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Rectangle 47">
            <a:extLst>
              <a:ext uri="{FF2B5EF4-FFF2-40B4-BE49-F238E27FC236}">
                <a16:creationId xmlns:a16="http://schemas.microsoft.com/office/drawing/2014/main" id="{79F63274-9228-5EA5-D6EE-5CE16BF67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5969" y="105309"/>
            <a:ext cx="1662113" cy="381000"/>
          </a:xfrm>
          <a:prstGeom prst="rect">
            <a:avLst/>
          </a:prstGeom>
          <a:noFill/>
          <a:ln w="3175" cap="sq">
            <a:solidFill>
              <a:srgbClr val="C8C8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" name="Rectangle 48">
            <a:extLst>
              <a:ext uri="{FF2B5EF4-FFF2-40B4-BE49-F238E27FC236}">
                <a16:creationId xmlns:a16="http://schemas.microsoft.com/office/drawing/2014/main" id="{1C08A259-ABF3-6409-E0B3-8F8361D76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9955" y="144997"/>
            <a:ext cx="135582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FEFFFF"/>
                </a:solidFill>
                <a:latin typeface="Calibri" panose="020F0502020204030204" pitchFamily="34" charset="0"/>
              </a:rPr>
              <a:t>Original image</a:t>
            </a:r>
            <a:endParaRPr lang="en-US" altLang="en-US"/>
          </a:p>
        </p:txBody>
      </p:sp>
      <p:sp>
        <p:nvSpPr>
          <p:cNvPr id="50" name="Rectangle 50">
            <a:extLst>
              <a:ext uri="{FF2B5EF4-FFF2-40B4-BE49-F238E27FC236}">
                <a16:creationId xmlns:a16="http://schemas.microsoft.com/office/drawing/2014/main" id="{92FDD934-20B0-F868-23F3-2F45955F8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4755" y="105309"/>
            <a:ext cx="1663700" cy="381000"/>
          </a:xfrm>
          <a:prstGeom prst="rect">
            <a:avLst/>
          </a:prstGeom>
          <a:noFill/>
          <a:ln w="3175" cap="sq">
            <a:solidFill>
              <a:srgbClr val="C8C8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Rectangle 54">
            <a:extLst>
              <a:ext uri="{FF2B5EF4-FFF2-40B4-BE49-F238E27FC236}">
                <a16:creationId xmlns:a16="http://schemas.microsoft.com/office/drawing/2014/main" id="{F8AFD3A6-A978-74ED-0EDB-3EDFA3DF1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3806" y="83084"/>
            <a:ext cx="1662113" cy="38100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Rectangle 55">
            <a:extLst>
              <a:ext uri="{FF2B5EF4-FFF2-40B4-BE49-F238E27FC236}">
                <a16:creationId xmlns:a16="http://schemas.microsoft.com/office/drawing/2014/main" id="{7BBEA3D4-A97C-81A3-6DD9-14B4A365A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3806" y="83084"/>
            <a:ext cx="1662113" cy="381000"/>
          </a:xfrm>
          <a:prstGeom prst="rect">
            <a:avLst/>
          </a:prstGeom>
          <a:noFill/>
          <a:ln w="3175" cap="sq">
            <a:solidFill>
              <a:srgbClr val="C8C8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Rectangle 56">
            <a:extLst>
              <a:ext uri="{FF2B5EF4-FFF2-40B4-BE49-F238E27FC236}">
                <a16:creationId xmlns:a16="http://schemas.microsoft.com/office/drawing/2014/main" id="{202358F4-5E8C-3F2A-1DBE-2271B0738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793" y="122772"/>
            <a:ext cx="135582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FEFFFF"/>
                </a:solidFill>
                <a:latin typeface="Calibri" panose="020F0502020204030204" pitchFamily="34" charset="0"/>
              </a:rPr>
              <a:t>Original image</a:t>
            </a:r>
            <a:endParaRPr lang="en-US" altLang="en-US"/>
          </a:p>
        </p:txBody>
      </p:sp>
      <p:sp>
        <p:nvSpPr>
          <p:cNvPr id="58" name="Rectangle 58">
            <a:extLst>
              <a:ext uri="{FF2B5EF4-FFF2-40B4-BE49-F238E27FC236}">
                <a16:creationId xmlns:a16="http://schemas.microsoft.com/office/drawing/2014/main" id="{64F91C8C-9522-D8C1-711E-A6CBD9094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51005" y="83084"/>
            <a:ext cx="1663700" cy="381000"/>
          </a:xfrm>
          <a:prstGeom prst="rect">
            <a:avLst/>
          </a:prstGeom>
          <a:noFill/>
          <a:ln w="3175" cap="sq">
            <a:solidFill>
              <a:srgbClr val="C8C8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6" name="Picture 62">
            <a:extLst>
              <a:ext uri="{FF2B5EF4-FFF2-40B4-BE49-F238E27FC236}">
                <a16:creationId xmlns:a16="http://schemas.microsoft.com/office/drawing/2014/main" id="{6D56802A-CA2C-213D-EF30-B623EC2B5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43" y="554571"/>
            <a:ext cx="1663700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7" name="Picture 63">
            <a:extLst>
              <a:ext uri="{FF2B5EF4-FFF2-40B4-BE49-F238E27FC236}">
                <a16:creationId xmlns:a16="http://schemas.microsoft.com/office/drawing/2014/main" id="{82EF846F-5462-5454-DC4A-448AF5823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43" y="2283359"/>
            <a:ext cx="1663700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8" name="Picture 64">
            <a:extLst>
              <a:ext uri="{FF2B5EF4-FFF2-40B4-BE49-F238E27FC236}">
                <a16:creationId xmlns:a16="http://schemas.microsoft.com/office/drawing/2014/main" id="{16F5D7C1-1EE9-7107-844C-F4FAAC765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43" y="4012146"/>
            <a:ext cx="1663700" cy="166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2" name="Picture 68">
            <a:extLst>
              <a:ext uri="{FF2B5EF4-FFF2-40B4-BE49-F238E27FC236}">
                <a16:creationId xmlns:a16="http://schemas.microsoft.com/office/drawing/2014/main" id="{3051F692-951A-7BDD-24CC-6C2E288AE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5968" y="554571"/>
            <a:ext cx="1663700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3" name="Picture 69">
            <a:extLst>
              <a:ext uri="{FF2B5EF4-FFF2-40B4-BE49-F238E27FC236}">
                <a16:creationId xmlns:a16="http://schemas.microsoft.com/office/drawing/2014/main" id="{DD221DEB-B4C3-30D2-8B34-0CEBD4301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5968" y="2283359"/>
            <a:ext cx="1663700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4" name="Picture 70">
            <a:extLst>
              <a:ext uri="{FF2B5EF4-FFF2-40B4-BE49-F238E27FC236}">
                <a16:creationId xmlns:a16="http://schemas.microsoft.com/office/drawing/2014/main" id="{BC8DAD88-95CE-B6BF-25CF-98D61428E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5968" y="4012146"/>
            <a:ext cx="1663700" cy="166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8" name="Picture 74">
            <a:extLst>
              <a:ext uri="{FF2B5EF4-FFF2-40B4-BE49-F238E27FC236}">
                <a16:creationId xmlns:a16="http://schemas.microsoft.com/office/drawing/2014/main" id="{4C10424B-9C2E-4556-D858-B2C32034F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3806" y="554571"/>
            <a:ext cx="1662113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9" name="Picture 75">
            <a:extLst>
              <a:ext uri="{FF2B5EF4-FFF2-40B4-BE49-F238E27FC236}">
                <a16:creationId xmlns:a16="http://schemas.microsoft.com/office/drawing/2014/main" id="{663A0B11-1810-D112-29EF-BBFCD8BCC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3806" y="4012146"/>
            <a:ext cx="1662113" cy="166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01" name="Picture 77">
            <a:extLst>
              <a:ext uri="{FF2B5EF4-FFF2-40B4-BE49-F238E27FC236}">
                <a16:creationId xmlns:a16="http://schemas.microsoft.com/office/drawing/2014/main" id="{C062DF61-DA80-1BF7-53D8-01A3994E0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3806" y="2283359"/>
            <a:ext cx="1662113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16" name="Rectangle 41">
            <a:extLst>
              <a:ext uri="{FF2B5EF4-FFF2-40B4-BE49-F238E27FC236}">
                <a16:creationId xmlns:a16="http://schemas.microsoft.com/office/drawing/2014/main" id="{D699305B-0770-6DCD-3DDB-37DCEC835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2431" y="99235"/>
            <a:ext cx="34785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200" b="1">
                <a:solidFill>
                  <a:srgbClr val="000000"/>
                </a:solidFill>
                <a:latin typeface="+mn-lt"/>
              </a:rPr>
              <a:t>(</a:t>
            </a:r>
            <a:r>
              <a:rPr lang="en-US" altLang="en-US" sz="2400" b="1">
                <a:solidFill>
                  <a:srgbClr val="000000"/>
                </a:solidFill>
                <a:latin typeface="+mn-lt"/>
              </a:rPr>
              <a:t>b</a:t>
            </a:r>
            <a:r>
              <a:rPr lang="en-US" altLang="en-US" sz="2200" b="1">
                <a:solidFill>
                  <a:srgbClr val="000000"/>
                </a:solidFill>
                <a:latin typeface="+mn-lt"/>
              </a:rPr>
              <a:t>)</a:t>
            </a:r>
            <a:endParaRPr lang="en-US" altLang="en-US">
              <a:latin typeface="+mn-lt"/>
            </a:endParaRPr>
          </a:p>
        </p:txBody>
      </p:sp>
      <p:sp>
        <p:nvSpPr>
          <p:cNvPr id="1117" name="Rectangle 26">
            <a:extLst>
              <a:ext uri="{FF2B5EF4-FFF2-40B4-BE49-F238E27FC236}">
                <a16:creationId xmlns:a16="http://schemas.microsoft.com/office/drawing/2014/main" id="{FACCEA8F-09B4-E3E1-AE39-F853B207E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4756" y="109537"/>
            <a:ext cx="1662113" cy="38100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18" name="Rectangle 28">
            <a:extLst>
              <a:ext uri="{FF2B5EF4-FFF2-40B4-BE49-F238E27FC236}">
                <a16:creationId xmlns:a16="http://schemas.microsoft.com/office/drawing/2014/main" id="{A633FD32-B367-08FF-0608-209503391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6546" y="171062"/>
            <a:ext cx="97789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FEFFFF"/>
                </a:solidFill>
                <a:latin typeface="Calibri" panose="020F0502020204030204" pitchFamily="34" charset="0"/>
              </a:rPr>
              <a:t>Grad</a:t>
            </a:r>
            <a:r>
              <a:rPr lang="en-US" altLang="zh-CN">
                <a:solidFill>
                  <a:srgbClr val="FEFFFF"/>
                </a:solidFill>
                <a:latin typeface="Calibri" panose="020F0502020204030204" pitchFamily="34" charset="0"/>
              </a:rPr>
              <a:t>-CAM</a:t>
            </a:r>
            <a:endParaRPr lang="en-US" altLang="en-US"/>
          </a:p>
        </p:txBody>
      </p:sp>
      <p:sp>
        <p:nvSpPr>
          <p:cNvPr id="1119" name="Rectangle 26">
            <a:extLst>
              <a:ext uri="{FF2B5EF4-FFF2-40B4-BE49-F238E27FC236}">
                <a16:creationId xmlns:a16="http://schemas.microsoft.com/office/drawing/2014/main" id="{F230790A-D45C-AC35-9B89-0A292E5CE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5131" y="83878"/>
            <a:ext cx="1662113" cy="38100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0" name="Rectangle 28">
            <a:extLst>
              <a:ext uri="{FF2B5EF4-FFF2-40B4-BE49-F238E27FC236}">
                <a16:creationId xmlns:a16="http://schemas.microsoft.com/office/drawing/2014/main" id="{5BCC483B-90A1-8521-A6A0-7759EEBDC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6921" y="145403"/>
            <a:ext cx="97789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FEFFFF"/>
                </a:solidFill>
                <a:latin typeface="Calibri" panose="020F0502020204030204" pitchFamily="34" charset="0"/>
              </a:rPr>
              <a:t>Grad</a:t>
            </a:r>
            <a:r>
              <a:rPr lang="en-US" altLang="zh-CN">
                <a:solidFill>
                  <a:srgbClr val="FEFFFF"/>
                </a:solidFill>
                <a:latin typeface="Calibri" panose="020F0502020204030204" pitchFamily="34" charset="0"/>
              </a:rPr>
              <a:t>-CAM</a:t>
            </a:r>
            <a:endParaRPr lang="en-US" altLang="en-US"/>
          </a:p>
        </p:txBody>
      </p:sp>
      <p:pic>
        <p:nvPicPr>
          <p:cNvPr id="1122" name="Picture 1121" descr="A close-up of a colorful object&#10;&#10;AI-generated content may be incorrect.">
            <a:extLst>
              <a:ext uri="{FF2B5EF4-FFF2-40B4-BE49-F238E27FC236}">
                <a16:creationId xmlns:a16="http://schemas.microsoft.com/office/drawing/2014/main" id="{127DA42D-7B02-FEB5-D883-3249E023089F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1735" y="566717"/>
            <a:ext cx="1663200" cy="1663200"/>
          </a:xfrm>
          <a:prstGeom prst="rect">
            <a:avLst/>
          </a:prstGeom>
        </p:spPr>
      </p:pic>
      <p:pic>
        <p:nvPicPr>
          <p:cNvPr id="1124" name="Picture 1123" descr="A jellyfish in the water&#10;&#10;AI-generated content may be incorrect.">
            <a:extLst>
              <a:ext uri="{FF2B5EF4-FFF2-40B4-BE49-F238E27FC236}">
                <a16:creationId xmlns:a16="http://schemas.microsoft.com/office/drawing/2014/main" id="{CF220BAA-D563-37D4-E953-7A2CB946AB2B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9963" y="2289431"/>
            <a:ext cx="1663200" cy="1663200"/>
          </a:xfrm>
          <a:prstGeom prst="rect">
            <a:avLst/>
          </a:prstGeom>
        </p:spPr>
      </p:pic>
      <p:pic>
        <p:nvPicPr>
          <p:cNvPr id="1126" name="Picture 1125" descr="A close up of a colorful rock&#10;&#10;AI-generated content may be incorrect.">
            <a:extLst>
              <a:ext uri="{FF2B5EF4-FFF2-40B4-BE49-F238E27FC236}">
                <a16:creationId xmlns:a16="http://schemas.microsoft.com/office/drawing/2014/main" id="{54E409F3-570E-C084-E8DD-5218B4F8732A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9963" y="4013190"/>
            <a:ext cx="1663200" cy="1663200"/>
          </a:xfrm>
          <a:prstGeom prst="rect">
            <a:avLst/>
          </a:prstGeom>
        </p:spPr>
      </p:pic>
      <p:pic>
        <p:nvPicPr>
          <p:cNvPr id="1128" name="Picture 1127" descr="A close-up of a colorful object&#10;&#10;AI-generated content may be incorrect.">
            <a:extLst>
              <a:ext uri="{FF2B5EF4-FFF2-40B4-BE49-F238E27FC236}">
                <a16:creationId xmlns:a16="http://schemas.microsoft.com/office/drawing/2014/main" id="{5C4F1AC6-F70A-FC19-AB05-9297F4B38171}"/>
              </a:ext>
            </a:extLst>
          </p:cNvPr>
          <p:cNvPicPr>
            <a:picLocks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755" y="551896"/>
            <a:ext cx="1663200" cy="1663200"/>
          </a:xfrm>
          <a:prstGeom prst="rect">
            <a:avLst/>
          </a:prstGeom>
        </p:spPr>
      </p:pic>
      <p:pic>
        <p:nvPicPr>
          <p:cNvPr id="1130" name="Picture 1129" descr="A close up of a rock&#10;&#10;AI-generated content may be incorrect.">
            <a:extLst>
              <a:ext uri="{FF2B5EF4-FFF2-40B4-BE49-F238E27FC236}">
                <a16:creationId xmlns:a16="http://schemas.microsoft.com/office/drawing/2014/main" id="{80BC48D2-40C4-BA0A-D355-81A909C27E70}"/>
              </a:ext>
            </a:extLst>
          </p:cNvPr>
          <p:cNvPicPr>
            <a:picLocks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449" y="2276455"/>
            <a:ext cx="1663200" cy="1663200"/>
          </a:xfrm>
          <a:prstGeom prst="rect">
            <a:avLst/>
          </a:prstGeom>
        </p:spPr>
      </p:pic>
      <p:pic>
        <p:nvPicPr>
          <p:cNvPr id="1132" name="Picture 1131" descr="A close-up of a colorful object&#10;&#10;AI-generated content may be incorrect.">
            <a:extLst>
              <a:ext uri="{FF2B5EF4-FFF2-40B4-BE49-F238E27FC236}">
                <a16:creationId xmlns:a16="http://schemas.microsoft.com/office/drawing/2014/main" id="{DC2EC0C6-6CBC-AB33-EC68-1768C6A327C5}"/>
              </a:ext>
            </a:extLst>
          </p:cNvPr>
          <p:cNvPicPr>
            <a:picLocks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03" y="4008971"/>
            <a:ext cx="1663200" cy="1663200"/>
          </a:xfrm>
          <a:prstGeom prst="rect">
            <a:avLst/>
          </a:prstGeom>
        </p:spPr>
      </p:pic>
      <p:pic>
        <p:nvPicPr>
          <p:cNvPr id="1134" name="Picture 1133" descr="A close-up of a colorful rock&#10;&#10;AI-generated content may be incorrect.">
            <a:extLst>
              <a:ext uri="{FF2B5EF4-FFF2-40B4-BE49-F238E27FC236}">
                <a16:creationId xmlns:a16="http://schemas.microsoft.com/office/drawing/2014/main" id="{C1CF21E7-5A7D-1F26-D1A7-573EAB9D77A7}"/>
              </a:ext>
            </a:extLst>
          </p:cNvPr>
          <p:cNvPicPr>
            <a:picLocks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043" y="4008971"/>
            <a:ext cx="1663200" cy="1663200"/>
          </a:xfrm>
          <a:prstGeom prst="rect">
            <a:avLst/>
          </a:prstGeom>
        </p:spPr>
      </p:pic>
      <p:pic>
        <p:nvPicPr>
          <p:cNvPr id="1136" name="Picture 1135" descr="A jellyfish in the water&#10;&#10;AI-generated content may be incorrect.">
            <a:extLst>
              <a:ext uri="{FF2B5EF4-FFF2-40B4-BE49-F238E27FC236}">
                <a16:creationId xmlns:a16="http://schemas.microsoft.com/office/drawing/2014/main" id="{A81FC40D-868F-F84A-CE1E-4F0A3F38BCD1}"/>
              </a:ext>
            </a:extLst>
          </p:cNvPr>
          <p:cNvPicPr>
            <a:picLocks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043" y="2276455"/>
            <a:ext cx="1663200" cy="1663200"/>
          </a:xfrm>
          <a:prstGeom prst="rect">
            <a:avLst/>
          </a:prstGeom>
        </p:spPr>
      </p:pic>
      <p:pic>
        <p:nvPicPr>
          <p:cNvPr id="1138" name="Picture 1137" descr="A close-up of a colorful object&#10;&#10;AI-generated content may be incorrect.">
            <a:extLst>
              <a:ext uri="{FF2B5EF4-FFF2-40B4-BE49-F238E27FC236}">
                <a16:creationId xmlns:a16="http://schemas.microsoft.com/office/drawing/2014/main" id="{B608A8CA-55C7-48BF-30DE-EB3717804385}"/>
              </a:ext>
            </a:extLst>
          </p:cNvPr>
          <p:cNvPicPr>
            <a:picLocks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043" y="543939"/>
            <a:ext cx="1663200" cy="166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000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Custom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Guankui Liu</dc:creator>
  <cp:revision>1</cp:revision>
  <dcterms:created xsi:type="dcterms:W3CDTF">2026-01-12T05:13:31Z</dcterms:created>
  <dcterms:modified xsi:type="dcterms:W3CDTF">2026-01-12T05:46:45Z</dcterms:modified>
</cp:coreProperties>
</file>