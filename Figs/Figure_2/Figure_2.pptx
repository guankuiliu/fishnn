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2" r:id="rId1"/>
  </p:sldMasterIdLst>
  <p:notesMasterIdLst>
    <p:notesMasterId r:id="rId3"/>
  </p:notesMasterIdLst>
  <p:sldIdLst>
    <p:sldId id="256" r:id="rId2"/>
  </p:sldIdLst>
  <p:sldSz cx="10799763" cy="8999538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9"/>
    <p:restoredTop sz="87579"/>
  </p:normalViewPr>
  <p:slideViewPr>
    <p:cSldViewPr snapToGrid="0">
      <p:cViewPr varScale="1">
        <p:scale>
          <a:sx n="150" d="100"/>
          <a:sy n="150" d="100"/>
        </p:scale>
        <p:origin x="357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ankui Liu" userId="4d6df37fad45c6e7" providerId="LiveId" clId="{F52F2A87-4BF8-0C4C-AFBC-7401E9088500}"/>
    <pc:docChg chg="modSld">
      <pc:chgData name="Guankui Liu" userId="4d6df37fad45c6e7" providerId="LiveId" clId="{F52F2A87-4BF8-0C4C-AFBC-7401E9088500}" dt="2026-01-14T07:32:46.218" v="2" actId="20577"/>
      <pc:docMkLst>
        <pc:docMk/>
      </pc:docMkLst>
      <pc:sldChg chg="modSp mod">
        <pc:chgData name="Guankui Liu" userId="4d6df37fad45c6e7" providerId="LiveId" clId="{F52F2A87-4BF8-0C4C-AFBC-7401E9088500}" dt="2026-01-14T07:32:46.218" v="2" actId="20577"/>
        <pc:sldMkLst>
          <pc:docMk/>
          <pc:sldMk cId="1350859848" sldId="256"/>
        </pc:sldMkLst>
        <pc:spChg chg="mod">
          <ac:chgData name="Guankui Liu" userId="4d6df37fad45c6e7" providerId="LiveId" clId="{F52F2A87-4BF8-0C4C-AFBC-7401E9088500}" dt="2026-01-14T07:32:46.218" v="2" actId="20577"/>
          <ac:spMkLst>
            <pc:docMk/>
            <pc:sldMk cId="1350859848" sldId="256"/>
            <ac:spMk id="204" creationId="{15B88B15-1FB8-293F-BF4F-8011F5819F81}"/>
          </ac:spMkLst>
        </pc:spChg>
      </pc:sldChg>
    </pc:docChg>
  </pc:docChgLst>
  <pc:docChgLst>
    <pc:chgData name="Guankui Liu" userId="4d6df37fad45c6e7" providerId="LiveId" clId="{8B860F3E-A92F-C54D-8C0C-ED5F63BA904E}"/>
    <pc:docChg chg="custSel modSld">
      <pc:chgData name="Guankui Liu" userId="4d6df37fad45c6e7" providerId="LiveId" clId="{8B860F3E-A92F-C54D-8C0C-ED5F63BA904E}" dt="2026-01-12T02:28:42.491" v="79" actId="1038"/>
      <pc:docMkLst>
        <pc:docMk/>
      </pc:docMkLst>
      <pc:sldChg chg="addSp delSp modSp mod">
        <pc:chgData name="Guankui Liu" userId="4d6df37fad45c6e7" providerId="LiveId" clId="{8B860F3E-A92F-C54D-8C0C-ED5F63BA904E}" dt="2026-01-12T02:28:42.491" v="79" actId="1038"/>
        <pc:sldMkLst>
          <pc:docMk/>
          <pc:sldMk cId="1350859848" sldId="256"/>
        </pc:sldMkLst>
        <pc:spChg chg="mod">
          <ac:chgData name="Guankui Liu" userId="4d6df37fad45c6e7" providerId="LiveId" clId="{8B860F3E-A92F-C54D-8C0C-ED5F63BA904E}" dt="2026-01-12T02:28:33.064" v="66" actId="1037"/>
          <ac:spMkLst>
            <pc:docMk/>
            <pc:sldMk cId="1350859848" sldId="256"/>
            <ac:spMk id="219" creationId="{E95E6136-E83D-F2BB-4D00-C5E9C8E9DCA5}"/>
          </ac:spMkLst>
        </pc:spChg>
        <pc:spChg chg="mod">
          <ac:chgData name="Guankui Liu" userId="4d6df37fad45c6e7" providerId="LiveId" clId="{8B860F3E-A92F-C54D-8C0C-ED5F63BA904E}" dt="2026-01-12T02:28:37.462" v="71" actId="1037"/>
          <ac:spMkLst>
            <pc:docMk/>
            <pc:sldMk cId="1350859848" sldId="256"/>
            <ac:spMk id="221" creationId="{4278222A-073F-2931-2008-C843DF004F79}"/>
          </ac:spMkLst>
        </pc:spChg>
        <pc:spChg chg="mod">
          <ac:chgData name="Guankui Liu" userId="4d6df37fad45c6e7" providerId="LiveId" clId="{8B860F3E-A92F-C54D-8C0C-ED5F63BA904E}" dt="2026-01-12T02:28:42.491" v="79" actId="1038"/>
          <ac:spMkLst>
            <pc:docMk/>
            <pc:sldMk cId="1350859848" sldId="256"/>
            <ac:spMk id="223" creationId="{E6CF3BD1-CA2D-E737-BC81-1671689C8086}"/>
          </ac:spMkLst>
        </pc:spChg>
        <pc:spChg chg="mod">
          <ac:chgData name="Guankui Liu" userId="4d6df37fad45c6e7" providerId="LiveId" clId="{8B860F3E-A92F-C54D-8C0C-ED5F63BA904E}" dt="2026-01-12T02:28:09.512" v="56" actId="20577"/>
          <ac:spMkLst>
            <pc:docMk/>
            <pc:sldMk cId="1350859848" sldId="256"/>
            <ac:spMk id="225" creationId="{91A20F87-3BF2-8BD3-03FB-F37B402A9A27}"/>
          </ac:spMkLst>
        </pc:spChg>
        <pc:spChg chg="mod">
          <ac:chgData name="Guankui Liu" userId="4d6df37fad45c6e7" providerId="LiveId" clId="{8B860F3E-A92F-C54D-8C0C-ED5F63BA904E}" dt="2026-01-12T02:28:12.250" v="58" actId="20577"/>
          <ac:spMkLst>
            <pc:docMk/>
            <pc:sldMk cId="1350859848" sldId="256"/>
            <ac:spMk id="227" creationId="{96DA6621-7DBB-2FE3-EF1D-D5BD981E7FE0}"/>
          </ac:spMkLst>
        </pc:spChg>
        <pc:spChg chg="mod">
          <ac:chgData name="Guankui Liu" userId="4d6df37fad45c6e7" providerId="LiveId" clId="{8B860F3E-A92F-C54D-8C0C-ED5F63BA904E}" dt="2026-01-12T02:28:25.350" v="63" actId="1037"/>
          <ac:spMkLst>
            <pc:docMk/>
            <pc:sldMk cId="1350859848" sldId="256"/>
            <ac:spMk id="229" creationId="{88243552-7C73-9BCC-AC26-A1941C1FD5B9}"/>
          </ac:spMkLst>
        </pc:spChg>
        <pc:spChg chg="mod">
          <ac:chgData name="Guankui Liu" userId="4d6df37fad45c6e7" providerId="LiveId" clId="{8B860F3E-A92F-C54D-8C0C-ED5F63BA904E}" dt="2026-01-12T02:27:28.226" v="41" actId="1037"/>
          <ac:spMkLst>
            <pc:docMk/>
            <pc:sldMk cId="1350859848" sldId="256"/>
            <ac:spMk id="260" creationId="{59423E13-9125-5617-2362-540CD61AF3A2}"/>
          </ac:spMkLst>
        </pc:spChg>
        <pc:picChg chg="add mod">
          <ac:chgData name="Guankui Liu" userId="4d6df37fad45c6e7" providerId="LiveId" clId="{8B860F3E-A92F-C54D-8C0C-ED5F63BA904E}" dt="2026-01-12T02:27:38.471" v="48" actId="1035"/>
          <ac:picMkLst>
            <pc:docMk/>
            <pc:sldMk cId="1350859848" sldId="256"/>
            <ac:picMk id="3" creationId="{A1C3B41B-3927-101E-6191-49BEE189316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368F12-62BD-6D4D-8299-CF431D8C51D7}" type="datetimeFigureOut">
              <a:rPr lang="en-CN" smtClean="0"/>
              <a:t>2026/1/14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182938" y="857250"/>
            <a:ext cx="2778125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9D7366-04C7-154F-85E4-D376D8C4D698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02430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60914" rtl="0" eaLnBrk="1" latinLnBrk="0" hangingPunct="1">
      <a:defRPr sz="474" kern="1200">
        <a:solidFill>
          <a:schemeClr val="tx1"/>
        </a:solidFill>
        <a:latin typeface="+mn-lt"/>
        <a:ea typeface="+mn-ea"/>
        <a:cs typeface="+mn-cs"/>
      </a:defRPr>
    </a:lvl1pPr>
    <a:lvl2pPr marL="180457" algn="l" defTabSz="360914" rtl="0" eaLnBrk="1" latinLnBrk="0" hangingPunct="1">
      <a:defRPr sz="474" kern="1200">
        <a:solidFill>
          <a:schemeClr val="tx1"/>
        </a:solidFill>
        <a:latin typeface="+mn-lt"/>
        <a:ea typeface="+mn-ea"/>
        <a:cs typeface="+mn-cs"/>
      </a:defRPr>
    </a:lvl2pPr>
    <a:lvl3pPr marL="360914" algn="l" defTabSz="360914" rtl="0" eaLnBrk="1" latinLnBrk="0" hangingPunct="1">
      <a:defRPr sz="474" kern="1200">
        <a:solidFill>
          <a:schemeClr val="tx1"/>
        </a:solidFill>
        <a:latin typeface="+mn-lt"/>
        <a:ea typeface="+mn-ea"/>
        <a:cs typeface="+mn-cs"/>
      </a:defRPr>
    </a:lvl3pPr>
    <a:lvl4pPr marL="541371" algn="l" defTabSz="360914" rtl="0" eaLnBrk="1" latinLnBrk="0" hangingPunct="1">
      <a:defRPr sz="474" kern="1200">
        <a:solidFill>
          <a:schemeClr val="tx1"/>
        </a:solidFill>
        <a:latin typeface="+mn-lt"/>
        <a:ea typeface="+mn-ea"/>
        <a:cs typeface="+mn-cs"/>
      </a:defRPr>
    </a:lvl4pPr>
    <a:lvl5pPr marL="721827" algn="l" defTabSz="360914" rtl="0" eaLnBrk="1" latinLnBrk="0" hangingPunct="1">
      <a:defRPr sz="474" kern="1200">
        <a:solidFill>
          <a:schemeClr val="tx1"/>
        </a:solidFill>
        <a:latin typeface="+mn-lt"/>
        <a:ea typeface="+mn-ea"/>
        <a:cs typeface="+mn-cs"/>
      </a:defRPr>
    </a:lvl5pPr>
    <a:lvl6pPr marL="902284" algn="l" defTabSz="360914" rtl="0" eaLnBrk="1" latinLnBrk="0" hangingPunct="1">
      <a:defRPr sz="474" kern="1200">
        <a:solidFill>
          <a:schemeClr val="tx1"/>
        </a:solidFill>
        <a:latin typeface="+mn-lt"/>
        <a:ea typeface="+mn-ea"/>
        <a:cs typeface="+mn-cs"/>
      </a:defRPr>
    </a:lvl6pPr>
    <a:lvl7pPr marL="1082741" algn="l" defTabSz="360914" rtl="0" eaLnBrk="1" latinLnBrk="0" hangingPunct="1">
      <a:defRPr sz="474" kern="1200">
        <a:solidFill>
          <a:schemeClr val="tx1"/>
        </a:solidFill>
        <a:latin typeface="+mn-lt"/>
        <a:ea typeface="+mn-ea"/>
        <a:cs typeface="+mn-cs"/>
      </a:defRPr>
    </a:lvl7pPr>
    <a:lvl8pPr marL="1263198" algn="l" defTabSz="360914" rtl="0" eaLnBrk="1" latinLnBrk="0" hangingPunct="1">
      <a:defRPr sz="474" kern="1200">
        <a:solidFill>
          <a:schemeClr val="tx1"/>
        </a:solidFill>
        <a:latin typeface="+mn-lt"/>
        <a:ea typeface="+mn-ea"/>
        <a:cs typeface="+mn-cs"/>
      </a:defRPr>
    </a:lvl8pPr>
    <a:lvl9pPr marL="1443655" algn="l" defTabSz="360914" rtl="0" eaLnBrk="1" latinLnBrk="0" hangingPunct="1">
      <a:defRPr sz="47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182938" y="857250"/>
            <a:ext cx="2778125" cy="2314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9D7366-04C7-154F-85E4-D376D8C4D698}" type="slidenum">
              <a:rPr lang="en-CN" smtClean="0"/>
              <a:t>1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161074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9982" y="1472842"/>
            <a:ext cx="9179799" cy="3133172"/>
          </a:xfrm>
        </p:spPr>
        <p:txBody>
          <a:bodyPr anchor="b"/>
          <a:lstStyle>
            <a:lvl1pPr algn="ctr">
              <a:defRPr sz="708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71" y="4726842"/>
            <a:ext cx="8099822" cy="2172804"/>
          </a:xfrm>
        </p:spPr>
        <p:txBody>
          <a:bodyPr/>
          <a:lstStyle>
            <a:lvl1pPr marL="0" indent="0" algn="ctr">
              <a:buNone/>
              <a:defRPr sz="2835"/>
            </a:lvl1pPr>
            <a:lvl2pPr marL="539999" indent="0" algn="ctr">
              <a:buNone/>
              <a:defRPr sz="2362"/>
            </a:lvl2pPr>
            <a:lvl3pPr marL="1079998" indent="0" algn="ctr">
              <a:buNone/>
              <a:defRPr sz="2126"/>
            </a:lvl3pPr>
            <a:lvl4pPr marL="1619997" indent="0" algn="ctr">
              <a:buNone/>
              <a:defRPr sz="1890"/>
            </a:lvl4pPr>
            <a:lvl5pPr marL="2159996" indent="0" algn="ctr">
              <a:buNone/>
              <a:defRPr sz="1890"/>
            </a:lvl5pPr>
            <a:lvl6pPr marL="2699995" indent="0" algn="ctr">
              <a:buNone/>
              <a:defRPr sz="1890"/>
            </a:lvl6pPr>
            <a:lvl7pPr marL="3239994" indent="0" algn="ctr">
              <a:buNone/>
              <a:defRPr sz="1890"/>
            </a:lvl7pPr>
            <a:lvl8pPr marL="3779992" indent="0" algn="ctr">
              <a:buNone/>
              <a:defRPr sz="1890"/>
            </a:lvl8pPr>
            <a:lvl9pPr marL="4319991" indent="0" algn="ctr">
              <a:buNone/>
              <a:defRPr sz="189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CC038-631D-6344-8877-28296B9B6AF4}" type="datetimeFigureOut">
              <a:rPr lang="en-CN" smtClean="0"/>
              <a:t>2026/1/14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16877-C3AF-2C45-9D85-F48336E823A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797185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CC038-631D-6344-8877-28296B9B6AF4}" type="datetimeFigureOut">
              <a:rPr lang="en-CN" smtClean="0"/>
              <a:t>2026/1/14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16877-C3AF-2C45-9D85-F48336E823A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08622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859" y="2243638"/>
            <a:ext cx="9314796" cy="3743557"/>
          </a:xfrm>
        </p:spPr>
        <p:txBody>
          <a:bodyPr anchor="b"/>
          <a:lstStyle>
            <a:lvl1pPr>
              <a:defRPr sz="708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859" y="6022610"/>
            <a:ext cx="9314796" cy="1968648"/>
          </a:xfrm>
        </p:spPr>
        <p:txBody>
          <a:bodyPr/>
          <a:lstStyle>
            <a:lvl1pPr marL="0" indent="0">
              <a:buNone/>
              <a:defRPr sz="2835">
                <a:solidFill>
                  <a:schemeClr val="tx1">
                    <a:tint val="82000"/>
                  </a:schemeClr>
                </a:solidFill>
              </a:defRPr>
            </a:lvl1pPr>
            <a:lvl2pPr marL="539999" indent="0">
              <a:buNone/>
              <a:defRPr sz="2362">
                <a:solidFill>
                  <a:schemeClr val="tx1">
                    <a:tint val="82000"/>
                  </a:schemeClr>
                </a:solidFill>
              </a:defRPr>
            </a:lvl2pPr>
            <a:lvl3pPr marL="1079998" indent="0">
              <a:buNone/>
              <a:defRPr sz="2126">
                <a:solidFill>
                  <a:schemeClr val="tx1">
                    <a:tint val="82000"/>
                  </a:schemeClr>
                </a:solidFill>
              </a:defRPr>
            </a:lvl3pPr>
            <a:lvl4pPr marL="1619997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4pPr>
            <a:lvl5pPr marL="2159996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5pPr>
            <a:lvl6pPr marL="2699995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6pPr>
            <a:lvl7pPr marL="3239994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7pPr>
            <a:lvl8pPr marL="3779992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8pPr>
            <a:lvl9pPr marL="4319991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CC038-631D-6344-8877-28296B9B6AF4}" type="datetimeFigureOut">
              <a:rPr lang="en-CN" smtClean="0"/>
              <a:t>2026/1/14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16877-C3AF-2C45-9D85-F48336E823A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778004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42484" y="2395710"/>
            <a:ext cx="4589899" cy="57101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67380" y="2395710"/>
            <a:ext cx="4589899" cy="57101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CC038-631D-6344-8877-28296B9B6AF4}" type="datetimeFigureOut">
              <a:rPr lang="en-CN" smtClean="0"/>
              <a:t>2026/1/14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16877-C3AF-2C45-9D85-F48336E823A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619582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479144"/>
            <a:ext cx="9314796" cy="173949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892" y="2206137"/>
            <a:ext cx="4568805" cy="1081194"/>
          </a:xfrm>
        </p:spPr>
        <p:txBody>
          <a:bodyPr anchor="b"/>
          <a:lstStyle>
            <a:lvl1pPr marL="0" indent="0">
              <a:buNone/>
              <a:defRPr sz="2835" b="1"/>
            </a:lvl1pPr>
            <a:lvl2pPr marL="539999" indent="0">
              <a:buNone/>
              <a:defRPr sz="2362" b="1"/>
            </a:lvl2pPr>
            <a:lvl3pPr marL="1079998" indent="0">
              <a:buNone/>
              <a:defRPr sz="2126" b="1"/>
            </a:lvl3pPr>
            <a:lvl4pPr marL="1619997" indent="0">
              <a:buNone/>
              <a:defRPr sz="1890" b="1"/>
            </a:lvl4pPr>
            <a:lvl5pPr marL="2159996" indent="0">
              <a:buNone/>
              <a:defRPr sz="1890" b="1"/>
            </a:lvl5pPr>
            <a:lvl6pPr marL="2699995" indent="0">
              <a:buNone/>
              <a:defRPr sz="1890" b="1"/>
            </a:lvl6pPr>
            <a:lvl7pPr marL="3239994" indent="0">
              <a:buNone/>
              <a:defRPr sz="1890" b="1"/>
            </a:lvl7pPr>
            <a:lvl8pPr marL="3779992" indent="0">
              <a:buNone/>
              <a:defRPr sz="1890" b="1"/>
            </a:lvl8pPr>
            <a:lvl9pPr marL="4319991" indent="0">
              <a:buNone/>
              <a:defRPr sz="189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3892" y="3287331"/>
            <a:ext cx="4568805" cy="48351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67381" y="2206137"/>
            <a:ext cx="4591306" cy="1081194"/>
          </a:xfrm>
        </p:spPr>
        <p:txBody>
          <a:bodyPr anchor="b"/>
          <a:lstStyle>
            <a:lvl1pPr marL="0" indent="0">
              <a:buNone/>
              <a:defRPr sz="2835" b="1"/>
            </a:lvl1pPr>
            <a:lvl2pPr marL="539999" indent="0">
              <a:buNone/>
              <a:defRPr sz="2362" b="1"/>
            </a:lvl2pPr>
            <a:lvl3pPr marL="1079998" indent="0">
              <a:buNone/>
              <a:defRPr sz="2126" b="1"/>
            </a:lvl3pPr>
            <a:lvl4pPr marL="1619997" indent="0">
              <a:buNone/>
              <a:defRPr sz="1890" b="1"/>
            </a:lvl4pPr>
            <a:lvl5pPr marL="2159996" indent="0">
              <a:buNone/>
              <a:defRPr sz="1890" b="1"/>
            </a:lvl5pPr>
            <a:lvl6pPr marL="2699995" indent="0">
              <a:buNone/>
              <a:defRPr sz="1890" b="1"/>
            </a:lvl6pPr>
            <a:lvl7pPr marL="3239994" indent="0">
              <a:buNone/>
              <a:defRPr sz="1890" b="1"/>
            </a:lvl7pPr>
            <a:lvl8pPr marL="3779992" indent="0">
              <a:buNone/>
              <a:defRPr sz="1890" b="1"/>
            </a:lvl8pPr>
            <a:lvl9pPr marL="4319991" indent="0">
              <a:buNone/>
              <a:defRPr sz="189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67381" y="3287331"/>
            <a:ext cx="4591306" cy="48351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CC038-631D-6344-8877-28296B9B6AF4}" type="datetimeFigureOut">
              <a:rPr lang="en-CN" smtClean="0"/>
              <a:t>2026/1/14</a:t>
            </a:fld>
            <a:endParaRPr lang="en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16877-C3AF-2C45-9D85-F48336E823A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1057962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CC038-631D-6344-8877-28296B9B6AF4}" type="datetimeFigureOut">
              <a:rPr lang="en-CN" smtClean="0"/>
              <a:t>2026/1/14</a:t>
            </a:fld>
            <a:endParaRPr lang="en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16877-C3AF-2C45-9D85-F48336E823A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50247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CC038-631D-6344-8877-28296B9B6AF4}" type="datetimeFigureOut">
              <a:rPr lang="en-CN" smtClean="0"/>
              <a:t>2026/1/14</a:t>
            </a:fld>
            <a:endParaRPr lang="en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16877-C3AF-2C45-9D85-F48336E823A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6556558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599969"/>
            <a:ext cx="3483205" cy="2099892"/>
          </a:xfrm>
        </p:spPr>
        <p:txBody>
          <a:bodyPr anchor="b"/>
          <a:lstStyle>
            <a:lvl1pPr>
              <a:defRPr sz="37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1306" y="1295769"/>
            <a:ext cx="5467380" cy="6395505"/>
          </a:xfrm>
        </p:spPr>
        <p:txBody>
          <a:bodyPr/>
          <a:lstStyle>
            <a:lvl1pPr>
              <a:defRPr sz="3780"/>
            </a:lvl1pPr>
            <a:lvl2pPr>
              <a:defRPr sz="3307"/>
            </a:lvl2pPr>
            <a:lvl3pPr>
              <a:defRPr sz="2835"/>
            </a:lvl3pPr>
            <a:lvl4pPr>
              <a:defRPr sz="2362"/>
            </a:lvl4pPr>
            <a:lvl5pPr>
              <a:defRPr sz="2362"/>
            </a:lvl5pPr>
            <a:lvl6pPr>
              <a:defRPr sz="2362"/>
            </a:lvl6pPr>
            <a:lvl7pPr>
              <a:defRPr sz="2362"/>
            </a:lvl7pPr>
            <a:lvl8pPr>
              <a:defRPr sz="2362"/>
            </a:lvl8pPr>
            <a:lvl9pPr>
              <a:defRPr sz="236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0" y="2699862"/>
            <a:ext cx="3483205" cy="5001827"/>
          </a:xfrm>
        </p:spPr>
        <p:txBody>
          <a:bodyPr/>
          <a:lstStyle>
            <a:lvl1pPr marL="0" indent="0">
              <a:buNone/>
              <a:defRPr sz="1890"/>
            </a:lvl1pPr>
            <a:lvl2pPr marL="539999" indent="0">
              <a:buNone/>
              <a:defRPr sz="1654"/>
            </a:lvl2pPr>
            <a:lvl3pPr marL="1079998" indent="0">
              <a:buNone/>
              <a:defRPr sz="1417"/>
            </a:lvl3pPr>
            <a:lvl4pPr marL="1619997" indent="0">
              <a:buNone/>
              <a:defRPr sz="1181"/>
            </a:lvl4pPr>
            <a:lvl5pPr marL="2159996" indent="0">
              <a:buNone/>
              <a:defRPr sz="1181"/>
            </a:lvl5pPr>
            <a:lvl6pPr marL="2699995" indent="0">
              <a:buNone/>
              <a:defRPr sz="1181"/>
            </a:lvl6pPr>
            <a:lvl7pPr marL="3239994" indent="0">
              <a:buNone/>
              <a:defRPr sz="1181"/>
            </a:lvl7pPr>
            <a:lvl8pPr marL="3779992" indent="0">
              <a:buNone/>
              <a:defRPr sz="1181"/>
            </a:lvl8pPr>
            <a:lvl9pPr marL="4319991" indent="0">
              <a:buNone/>
              <a:defRPr sz="118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CC038-631D-6344-8877-28296B9B6AF4}" type="datetimeFigureOut">
              <a:rPr lang="en-CN" smtClean="0"/>
              <a:t>2026/1/14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16877-C3AF-2C45-9D85-F48336E823A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745858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599969"/>
            <a:ext cx="3483205" cy="2099892"/>
          </a:xfrm>
        </p:spPr>
        <p:txBody>
          <a:bodyPr anchor="b"/>
          <a:lstStyle>
            <a:lvl1pPr>
              <a:defRPr sz="37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91306" y="1295769"/>
            <a:ext cx="5467380" cy="6395505"/>
          </a:xfrm>
        </p:spPr>
        <p:txBody>
          <a:bodyPr anchor="t"/>
          <a:lstStyle>
            <a:lvl1pPr marL="0" indent="0">
              <a:buNone/>
              <a:defRPr sz="3780"/>
            </a:lvl1pPr>
            <a:lvl2pPr marL="539999" indent="0">
              <a:buNone/>
              <a:defRPr sz="3307"/>
            </a:lvl2pPr>
            <a:lvl3pPr marL="1079998" indent="0">
              <a:buNone/>
              <a:defRPr sz="2835"/>
            </a:lvl3pPr>
            <a:lvl4pPr marL="1619997" indent="0">
              <a:buNone/>
              <a:defRPr sz="2362"/>
            </a:lvl4pPr>
            <a:lvl5pPr marL="2159996" indent="0">
              <a:buNone/>
              <a:defRPr sz="2362"/>
            </a:lvl5pPr>
            <a:lvl6pPr marL="2699995" indent="0">
              <a:buNone/>
              <a:defRPr sz="2362"/>
            </a:lvl6pPr>
            <a:lvl7pPr marL="3239994" indent="0">
              <a:buNone/>
              <a:defRPr sz="2362"/>
            </a:lvl7pPr>
            <a:lvl8pPr marL="3779992" indent="0">
              <a:buNone/>
              <a:defRPr sz="2362"/>
            </a:lvl8pPr>
            <a:lvl9pPr marL="4319991" indent="0">
              <a:buNone/>
              <a:defRPr sz="236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0" y="2699862"/>
            <a:ext cx="3483205" cy="5001827"/>
          </a:xfrm>
        </p:spPr>
        <p:txBody>
          <a:bodyPr/>
          <a:lstStyle>
            <a:lvl1pPr marL="0" indent="0">
              <a:buNone/>
              <a:defRPr sz="1890"/>
            </a:lvl1pPr>
            <a:lvl2pPr marL="539999" indent="0">
              <a:buNone/>
              <a:defRPr sz="1654"/>
            </a:lvl2pPr>
            <a:lvl3pPr marL="1079998" indent="0">
              <a:buNone/>
              <a:defRPr sz="1417"/>
            </a:lvl3pPr>
            <a:lvl4pPr marL="1619997" indent="0">
              <a:buNone/>
              <a:defRPr sz="1181"/>
            </a:lvl4pPr>
            <a:lvl5pPr marL="2159996" indent="0">
              <a:buNone/>
              <a:defRPr sz="1181"/>
            </a:lvl5pPr>
            <a:lvl6pPr marL="2699995" indent="0">
              <a:buNone/>
              <a:defRPr sz="1181"/>
            </a:lvl6pPr>
            <a:lvl7pPr marL="3239994" indent="0">
              <a:buNone/>
              <a:defRPr sz="1181"/>
            </a:lvl7pPr>
            <a:lvl8pPr marL="3779992" indent="0">
              <a:buNone/>
              <a:defRPr sz="1181"/>
            </a:lvl8pPr>
            <a:lvl9pPr marL="4319991" indent="0">
              <a:buNone/>
              <a:defRPr sz="118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CC038-631D-6344-8877-28296B9B6AF4}" type="datetimeFigureOut">
              <a:rPr lang="en-CN" smtClean="0"/>
              <a:t>2026/1/14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16877-C3AF-2C45-9D85-F48336E823A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953308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CC038-631D-6344-8877-28296B9B6AF4}" type="datetimeFigureOut">
              <a:rPr lang="en-CN" smtClean="0"/>
              <a:t>2026/1/14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16877-C3AF-2C45-9D85-F48336E823A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56411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728581" y="479142"/>
            <a:ext cx="2328699" cy="762669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484" y="479142"/>
            <a:ext cx="6851100" cy="762669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CC038-631D-6344-8877-28296B9B6AF4}" type="datetimeFigureOut">
              <a:rPr lang="en-CN" smtClean="0"/>
              <a:t>2026/1/14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16877-C3AF-2C45-9D85-F48336E823A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3586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42484" y="479144"/>
            <a:ext cx="9314796" cy="1739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2484" y="2395710"/>
            <a:ext cx="9314796" cy="5710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2484" y="8341240"/>
            <a:ext cx="2429947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1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ACC038-631D-6344-8877-28296B9B6AF4}" type="datetimeFigureOut">
              <a:rPr lang="en-CN" smtClean="0"/>
              <a:t>2026/1/14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77422" y="8341240"/>
            <a:ext cx="3644920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1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7332" y="8341240"/>
            <a:ext cx="2429947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1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C16877-C3AF-2C45-9D85-F48336E823A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200183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defTabSz="1079998" rtl="0" eaLnBrk="1" latinLnBrk="0" hangingPunct="1">
        <a:lnSpc>
          <a:spcPct val="90000"/>
        </a:lnSpc>
        <a:spcBef>
          <a:spcPct val="0"/>
        </a:spcBef>
        <a:buNone/>
        <a:defRPr sz="51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9999" indent="-269999" algn="l" defTabSz="1079998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1pPr>
      <a:lvl2pPr marL="809998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2pPr>
      <a:lvl3pPr marL="1349997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3pPr>
      <a:lvl4pPr marL="1889996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4pPr>
      <a:lvl5pPr marL="2429995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5pPr>
      <a:lvl6pPr marL="2969994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6pPr>
      <a:lvl7pPr marL="3509993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7pPr>
      <a:lvl8pPr marL="4049992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8pPr>
      <a:lvl9pPr marL="4589991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1pPr>
      <a:lvl2pPr marL="539999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2pPr>
      <a:lvl3pPr marL="1079998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3pPr>
      <a:lvl4pPr marL="1619997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4pPr>
      <a:lvl5pPr marL="2159996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5pPr>
      <a:lvl6pPr marL="2699995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6pPr>
      <a:lvl7pPr marL="3239994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7pPr>
      <a:lvl8pPr marL="3779992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8pPr>
      <a:lvl9pPr marL="4319991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image" Target="../media/image1.emf"/><Relationship Id="rId7" Type="http://schemas.openxmlformats.org/officeDocument/2006/relationships/image" Target="../media/image5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5" Type="http://schemas.openxmlformats.org/officeDocument/2006/relationships/image" Target="../media/image3.emf"/><Relationship Id="rId4" Type="http://schemas.openxmlformats.org/officeDocument/2006/relationships/image" Target="../media/image2.emf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Freeform 5">
            <a:extLst>
              <a:ext uri="{FF2B5EF4-FFF2-40B4-BE49-F238E27FC236}">
                <a16:creationId xmlns:a16="http://schemas.microsoft.com/office/drawing/2014/main" id="{10C0E9F2-BE79-9DB7-BA22-3E39DCD3251B}"/>
              </a:ext>
            </a:extLst>
          </p:cNvPr>
          <p:cNvSpPr>
            <a:spLocks/>
          </p:cNvSpPr>
          <p:nvPr/>
        </p:nvSpPr>
        <p:spPr bwMode="auto">
          <a:xfrm>
            <a:off x="2427803" y="2693660"/>
            <a:ext cx="401035" cy="252000"/>
          </a:xfrm>
          <a:custGeom>
            <a:avLst/>
            <a:gdLst>
              <a:gd name="T0" fmla="*/ 0 w 443"/>
              <a:gd name="T1" fmla="*/ 101 h 404"/>
              <a:gd name="T2" fmla="*/ 0 w 443"/>
              <a:gd name="T3" fmla="*/ 303 h 404"/>
              <a:gd name="T4" fmla="*/ 201 w 443"/>
              <a:gd name="T5" fmla="*/ 303 h 404"/>
              <a:gd name="T6" fmla="*/ 201 w 443"/>
              <a:gd name="T7" fmla="*/ 404 h 404"/>
              <a:gd name="T8" fmla="*/ 443 w 443"/>
              <a:gd name="T9" fmla="*/ 202 h 404"/>
              <a:gd name="T10" fmla="*/ 201 w 443"/>
              <a:gd name="T11" fmla="*/ 0 h 404"/>
              <a:gd name="T12" fmla="*/ 201 w 443"/>
              <a:gd name="T13" fmla="*/ 101 h 404"/>
              <a:gd name="T14" fmla="*/ 0 w 443"/>
              <a:gd name="T15" fmla="*/ 101 h 4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43" h="404">
                <a:moveTo>
                  <a:pt x="0" y="101"/>
                </a:moveTo>
                <a:lnTo>
                  <a:pt x="0" y="303"/>
                </a:lnTo>
                <a:lnTo>
                  <a:pt x="201" y="303"/>
                </a:lnTo>
                <a:lnTo>
                  <a:pt x="201" y="404"/>
                </a:lnTo>
                <a:lnTo>
                  <a:pt x="443" y="202"/>
                </a:lnTo>
                <a:lnTo>
                  <a:pt x="201" y="0"/>
                </a:lnTo>
                <a:lnTo>
                  <a:pt x="201" y="101"/>
                </a:lnTo>
                <a:lnTo>
                  <a:pt x="0" y="101"/>
                </a:lnTo>
                <a:close/>
              </a:path>
            </a:pathLst>
          </a:custGeom>
          <a:solidFill>
            <a:srgbClr val="7F7F7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anchor="t" anchorCtr="0" compatLnSpc="1">
            <a:prstTxWarp prst="textNoShape">
              <a:avLst/>
            </a:prstTxWarp>
          </a:bodyPr>
          <a:lstStyle/>
          <a:p>
            <a:endParaRPr lang="en-US" sz="1801"/>
          </a:p>
        </p:txBody>
      </p: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C04A99DD-9B72-D75B-68B3-6F40E8E887A5}"/>
              </a:ext>
            </a:extLst>
          </p:cNvPr>
          <p:cNvGrpSpPr/>
          <p:nvPr/>
        </p:nvGrpSpPr>
        <p:grpSpPr>
          <a:xfrm>
            <a:off x="664844" y="2055578"/>
            <a:ext cx="1643891" cy="1664089"/>
            <a:chOff x="263047" y="2070133"/>
            <a:chExt cx="1643890" cy="1664089"/>
          </a:xfrm>
        </p:grpSpPr>
        <p:pic>
          <p:nvPicPr>
            <p:cNvPr id="119" name="Picture 6">
              <a:extLst>
                <a:ext uri="{FF2B5EF4-FFF2-40B4-BE49-F238E27FC236}">
                  <a16:creationId xmlns:a16="http://schemas.microsoft.com/office/drawing/2014/main" id="{CA5D3180-B914-80AB-BCF8-19CAE4998B3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3047" y="2070133"/>
              <a:ext cx="915988" cy="917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0" name="Picture 7">
              <a:extLst>
                <a:ext uri="{FF2B5EF4-FFF2-40B4-BE49-F238E27FC236}">
                  <a16:creationId xmlns:a16="http://schemas.microsoft.com/office/drawing/2014/main" id="{0806A8DC-7010-9058-AD52-00EF5E7906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7651" y="2200437"/>
              <a:ext cx="915988" cy="917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1" name="Picture 8">
              <a:extLst>
                <a:ext uri="{FF2B5EF4-FFF2-40B4-BE49-F238E27FC236}">
                  <a16:creationId xmlns:a16="http://schemas.microsoft.com/office/drawing/2014/main" id="{AB7DBE09-3B32-AC1C-B133-8FB8FEF38D8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2282" y="2357860"/>
              <a:ext cx="915988" cy="917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2" name="Picture 9">
              <a:extLst>
                <a:ext uri="{FF2B5EF4-FFF2-40B4-BE49-F238E27FC236}">
                  <a16:creationId xmlns:a16="http://schemas.microsoft.com/office/drawing/2014/main" id="{78B88199-CC33-E799-1187-23D4693DC12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3080" y="2504390"/>
              <a:ext cx="915988" cy="917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" name="Picture 10">
              <a:extLst>
                <a:ext uri="{FF2B5EF4-FFF2-40B4-BE49-F238E27FC236}">
                  <a16:creationId xmlns:a16="http://schemas.microsoft.com/office/drawing/2014/main" id="{DBCAA868-2D1B-0947-2D32-E4E00526914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9136" y="2659906"/>
              <a:ext cx="915988" cy="917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4" name="Picture 11">
              <a:extLst>
                <a:ext uri="{FF2B5EF4-FFF2-40B4-BE49-F238E27FC236}">
                  <a16:creationId xmlns:a16="http://schemas.microsoft.com/office/drawing/2014/main" id="{9C3B0E8E-09F1-4C99-FADA-7B9C5CB9E32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0949" y="2816647"/>
              <a:ext cx="915988" cy="917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25" name="Rectangle 12">
            <a:extLst>
              <a:ext uri="{FF2B5EF4-FFF2-40B4-BE49-F238E27FC236}">
                <a16:creationId xmlns:a16="http://schemas.microsoft.com/office/drawing/2014/main" id="{252A887E-AF9D-3A85-9353-66F9C74E5D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042" y="3968454"/>
            <a:ext cx="114307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412"/>
            <a:r>
              <a:rPr lang="en-US" altLang="en-US" sz="1600" dirty="0">
                <a:solidFill>
                  <a:srgbClr val="000000"/>
                </a:solidFill>
                <a:latin typeface="+mn-lt"/>
              </a:rPr>
              <a:t>Input images</a:t>
            </a:r>
            <a:endParaRPr lang="en-US" altLang="en-US" sz="1801" dirty="0">
              <a:latin typeface="+mn-lt"/>
            </a:endParaRPr>
          </a:p>
        </p:txBody>
      </p:sp>
      <p:sp>
        <p:nvSpPr>
          <p:cNvPr id="126" name="Rectangle 13">
            <a:extLst>
              <a:ext uri="{FF2B5EF4-FFF2-40B4-BE49-F238E27FC236}">
                <a16:creationId xmlns:a16="http://schemas.microsoft.com/office/drawing/2014/main" id="{448365B7-0E1A-1323-C0D6-0EB363323D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0946" y="2279661"/>
            <a:ext cx="252000" cy="1080000"/>
          </a:xfrm>
          <a:prstGeom prst="rect">
            <a:avLst/>
          </a:prstGeom>
          <a:solidFill>
            <a:srgbClr val="D6E8D4"/>
          </a:solidFill>
          <a:ln>
            <a:noFill/>
          </a:ln>
        </p:spPr>
        <p:txBody>
          <a:bodyPr vert="horz" wrap="square" lIns="91440" tIns="45721" rIns="91440" bIns="45721" numCol="1" anchor="t" anchorCtr="0" compatLnSpc="1">
            <a:prstTxWarp prst="textNoShape">
              <a:avLst/>
            </a:prstTxWarp>
          </a:bodyPr>
          <a:lstStyle/>
          <a:p>
            <a:endParaRPr lang="en-US" sz="1801" dirty="0"/>
          </a:p>
        </p:txBody>
      </p:sp>
      <p:sp>
        <p:nvSpPr>
          <p:cNvPr id="127" name="Rectangle 14">
            <a:extLst>
              <a:ext uri="{FF2B5EF4-FFF2-40B4-BE49-F238E27FC236}">
                <a16:creationId xmlns:a16="http://schemas.microsoft.com/office/drawing/2014/main" id="{CFFDE899-8D52-F48D-8656-B8CC75CB90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4457" y="2288972"/>
            <a:ext cx="252000" cy="108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vert="horz" wrap="square" lIns="91440" tIns="45721" rIns="91440" bIns="45721" numCol="1" anchor="t" anchorCtr="0" compatLnSpc="1">
            <a:prstTxWarp prst="textNoShape">
              <a:avLst/>
            </a:prstTxWarp>
          </a:bodyPr>
          <a:lstStyle/>
          <a:p>
            <a:endParaRPr lang="en-US" sz="1801"/>
          </a:p>
        </p:txBody>
      </p:sp>
      <p:sp>
        <p:nvSpPr>
          <p:cNvPr id="128" name="Rectangle 15">
            <a:extLst>
              <a:ext uri="{FF2B5EF4-FFF2-40B4-BE49-F238E27FC236}">
                <a16:creationId xmlns:a16="http://schemas.microsoft.com/office/drawing/2014/main" id="{8E2194B8-D0F7-9830-BC75-2C0D7AF1D0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3285" y="2279661"/>
            <a:ext cx="252000" cy="1080000"/>
          </a:xfrm>
          <a:prstGeom prst="rect">
            <a:avLst/>
          </a:prstGeom>
          <a:solidFill>
            <a:srgbClr val="F8CFCC"/>
          </a:solidFill>
          <a:ln>
            <a:noFill/>
          </a:ln>
        </p:spPr>
        <p:txBody>
          <a:bodyPr vert="horz" wrap="square" lIns="91440" tIns="45721" rIns="91440" bIns="45721" numCol="1" anchor="t" anchorCtr="0" compatLnSpc="1">
            <a:prstTxWarp prst="textNoShape">
              <a:avLst/>
            </a:prstTxWarp>
          </a:bodyPr>
          <a:lstStyle/>
          <a:p>
            <a:endParaRPr lang="en-US" sz="1801"/>
          </a:p>
        </p:txBody>
      </p:sp>
      <p:sp>
        <p:nvSpPr>
          <p:cNvPr id="129" name="Rectangle 16">
            <a:extLst>
              <a:ext uri="{FF2B5EF4-FFF2-40B4-BE49-F238E27FC236}">
                <a16:creationId xmlns:a16="http://schemas.microsoft.com/office/drawing/2014/main" id="{F8A551A0-3908-9C38-50CB-B7CE72AD5D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6285" y="2288972"/>
            <a:ext cx="252000" cy="1080000"/>
          </a:xfrm>
          <a:prstGeom prst="rect">
            <a:avLst/>
          </a:prstGeom>
          <a:solidFill>
            <a:srgbClr val="F8CFCC"/>
          </a:solidFill>
          <a:ln>
            <a:noFill/>
          </a:ln>
        </p:spPr>
        <p:txBody>
          <a:bodyPr vert="horz" wrap="square" lIns="91440" tIns="45721" rIns="91440" bIns="45721" numCol="1" anchor="t" anchorCtr="0" compatLnSpc="1">
            <a:prstTxWarp prst="textNoShape">
              <a:avLst/>
            </a:prstTxWarp>
          </a:bodyPr>
          <a:lstStyle/>
          <a:p>
            <a:endParaRPr lang="en-US" sz="1801"/>
          </a:p>
        </p:txBody>
      </p:sp>
      <p:sp>
        <p:nvSpPr>
          <p:cNvPr id="130" name="Rectangle 16">
            <a:extLst>
              <a:ext uri="{FF2B5EF4-FFF2-40B4-BE49-F238E27FC236}">
                <a16:creationId xmlns:a16="http://schemas.microsoft.com/office/drawing/2014/main" id="{3F5FE4F2-5203-7E58-3E87-45C28AAE55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2513" y="1919660"/>
            <a:ext cx="252000" cy="1800000"/>
          </a:xfrm>
          <a:prstGeom prst="rect">
            <a:avLst/>
          </a:prstGeom>
          <a:solidFill>
            <a:srgbClr val="DAE8FC"/>
          </a:solidFill>
          <a:ln>
            <a:noFill/>
          </a:ln>
        </p:spPr>
        <p:txBody>
          <a:bodyPr vert="horz" wrap="square" lIns="91440" tIns="45721" rIns="91440" bIns="45721" numCol="1" anchor="t" anchorCtr="0" compatLnSpc="1">
            <a:prstTxWarp prst="textNoShape">
              <a:avLst/>
            </a:prstTxWarp>
          </a:bodyPr>
          <a:lstStyle/>
          <a:p>
            <a:endParaRPr lang="en-US" sz="1801"/>
          </a:p>
        </p:txBody>
      </p:sp>
      <p:sp>
        <p:nvSpPr>
          <p:cNvPr id="131" name="Rectangle 16">
            <a:extLst>
              <a:ext uri="{FF2B5EF4-FFF2-40B4-BE49-F238E27FC236}">
                <a16:creationId xmlns:a16="http://schemas.microsoft.com/office/drawing/2014/main" id="{7C89215A-1F18-EA14-93FD-99BB33B1B6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8902" y="1919660"/>
            <a:ext cx="252000" cy="1800000"/>
          </a:xfrm>
          <a:prstGeom prst="rect">
            <a:avLst/>
          </a:prstGeom>
          <a:solidFill>
            <a:srgbClr val="DAE8FC"/>
          </a:solidFill>
          <a:ln>
            <a:noFill/>
          </a:ln>
        </p:spPr>
        <p:txBody>
          <a:bodyPr vert="horz" wrap="square" lIns="91440" tIns="45721" rIns="91440" bIns="45721" numCol="1" anchor="t" anchorCtr="0" compatLnSpc="1">
            <a:prstTxWarp prst="textNoShape">
              <a:avLst/>
            </a:prstTxWarp>
          </a:bodyPr>
          <a:lstStyle/>
          <a:p>
            <a:endParaRPr lang="en-US" sz="1801"/>
          </a:p>
        </p:txBody>
      </p:sp>
      <p:sp>
        <p:nvSpPr>
          <p:cNvPr id="132" name="Rectangle 16">
            <a:extLst>
              <a:ext uri="{FF2B5EF4-FFF2-40B4-BE49-F238E27FC236}">
                <a16:creationId xmlns:a16="http://schemas.microsoft.com/office/drawing/2014/main" id="{5F9004FB-24C4-D327-31D0-D3E6222591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9881" y="2279661"/>
            <a:ext cx="252000" cy="1080000"/>
          </a:xfrm>
          <a:prstGeom prst="rect">
            <a:avLst/>
          </a:prstGeom>
          <a:solidFill>
            <a:srgbClr val="FFFE89"/>
          </a:solidFill>
          <a:ln>
            <a:noFill/>
          </a:ln>
        </p:spPr>
        <p:txBody>
          <a:bodyPr vert="horz" wrap="square" lIns="91440" tIns="45721" rIns="91440" bIns="45721" numCol="1" anchor="t" anchorCtr="0" compatLnSpc="1">
            <a:prstTxWarp prst="textNoShape">
              <a:avLst/>
            </a:prstTxWarp>
          </a:bodyPr>
          <a:lstStyle/>
          <a:p>
            <a:endParaRPr lang="en-US" sz="1801"/>
          </a:p>
        </p:txBody>
      </p:sp>
      <p:sp>
        <p:nvSpPr>
          <p:cNvPr id="133" name="Rectangle 16">
            <a:extLst>
              <a:ext uri="{FF2B5EF4-FFF2-40B4-BE49-F238E27FC236}">
                <a16:creationId xmlns:a16="http://schemas.microsoft.com/office/drawing/2014/main" id="{C2E1BCAB-D4B5-1559-CDA0-E9F386C65C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1510" y="2282530"/>
            <a:ext cx="252000" cy="1080000"/>
          </a:xfrm>
          <a:prstGeom prst="rect">
            <a:avLst/>
          </a:prstGeom>
          <a:solidFill>
            <a:srgbClr val="FFFE89"/>
          </a:solidFill>
          <a:ln>
            <a:noFill/>
          </a:ln>
        </p:spPr>
        <p:txBody>
          <a:bodyPr vert="horz" wrap="square" lIns="91440" tIns="45721" rIns="91440" bIns="45721" numCol="1" anchor="t" anchorCtr="0" compatLnSpc="1">
            <a:prstTxWarp prst="textNoShape">
              <a:avLst/>
            </a:prstTxWarp>
          </a:bodyPr>
          <a:lstStyle/>
          <a:p>
            <a:endParaRPr lang="en-US" sz="1801"/>
          </a:p>
        </p:txBody>
      </p:sp>
      <p:sp>
        <p:nvSpPr>
          <p:cNvPr id="134" name="Rectangle 16">
            <a:extLst>
              <a:ext uri="{FF2B5EF4-FFF2-40B4-BE49-F238E27FC236}">
                <a16:creationId xmlns:a16="http://schemas.microsoft.com/office/drawing/2014/main" id="{EDF559BE-437E-A9A1-AAED-DA59380AD0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0966" y="2279661"/>
            <a:ext cx="252000" cy="1080000"/>
          </a:xfrm>
          <a:prstGeom prst="rect">
            <a:avLst/>
          </a:prstGeom>
          <a:solidFill>
            <a:srgbClr val="FFFE89"/>
          </a:solidFill>
          <a:ln>
            <a:noFill/>
          </a:ln>
        </p:spPr>
        <p:txBody>
          <a:bodyPr vert="horz" wrap="square" lIns="91440" tIns="45721" rIns="91440" bIns="45721" numCol="1" anchor="t" anchorCtr="0" compatLnSpc="1">
            <a:prstTxWarp prst="textNoShape">
              <a:avLst/>
            </a:prstTxWarp>
          </a:bodyPr>
          <a:lstStyle/>
          <a:p>
            <a:endParaRPr lang="en-US" sz="1801"/>
          </a:p>
        </p:txBody>
      </p:sp>
      <p:sp>
        <p:nvSpPr>
          <p:cNvPr id="135" name="Rectangle 16">
            <a:extLst>
              <a:ext uri="{FF2B5EF4-FFF2-40B4-BE49-F238E27FC236}">
                <a16:creationId xmlns:a16="http://schemas.microsoft.com/office/drawing/2014/main" id="{F53C5F22-EE84-B1D0-0AB4-7B24E90A47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1649" y="700560"/>
            <a:ext cx="252000" cy="1800000"/>
          </a:xfrm>
          <a:prstGeom prst="rect">
            <a:avLst/>
          </a:prstGeom>
          <a:solidFill>
            <a:srgbClr val="CDE5FF"/>
          </a:solidFill>
          <a:ln>
            <a:noFill/>
          </a:ln>
        </p:spPr>
        <p:txBody>
          <a:bodyPr vert="horz" wrap="square" lIns="91440" tIns="45721" rIns="91440" bIns="45721" numCol="1" anchor="t" anchorCtr="0" compatLnSpc="1">
            <a:prstTxWarp prst="textNoShape">
              <a:avLst/>
            </a:prstTxWarp>
          </a:bodyPr>
          <a:lstStyle/>
          <a:p>
            <a:endParaRPr lang="en-US" sz="1801"/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15F5725B-8C4D-46DE-1DF5-930EFF0BC1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5053" y="3205482"/>
            <a:ext cx="252000" cy="1800000"/>
          </a:xfrm>
          <a:prstGeom prst="rect">
            <a:avLst/>
          </a:prstGeom>
          <a:solidFill>
            <a:srgbClr val="CDE5FF"/>
          </a:solidFill>
          <a:ln>
            <a:noFill/>
          </a:ln>
        </p:spPr>
        <p:txBody>
          <a:bodyPr vert="horz" wrap="square" lIns="91440" tIns="45721" rIns="91440" bIns="45721" numCol="1" anchor="t" anchorCtr="0" compatLnSpc="1">
            <a:prstTxWarp prst="textNoShape">
              <a:avLst/>
            </a:prstTxWarp>
          </a:bodyPr>
          <a:lstStyle/>
          <a:p>
            <a:endParaRPr lang="en-US" sz="1801"/>
          </a:p>
        </p:txBody>
      </p:sp>
      <p:sp>
        <p:nvSpPr>
          <p:cNvPr id="137" name="Rectangle 16">
            <a:extLst>
              <a:ext uri="{FF2B5EF4-FFF2-40B4-BE49-F238E27FC236}">
                <a16:creationId xmlns:a16="http://schemas.microsoft.com/office/drawing/2014/main" id="{EF29D560-CEDE-33AB-F19D-0193B4BA2A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3799" y="712536"/>
            <a:ext cx="252000" cy="1800000"/>
          </a:xfrm>
          <a:prstGeom prst="rect">
            <a:avLst/>
          </a:prstGeom>
          <a:solidFill>
            <a:srgbClr val="CDE5FF"/>
          </a:solidFill>
          <a:ln>
            <a:noFill/>
          </a:ln>
        </p:spPr>
        <p:txBody>
          <a:bodyPr vert="horz" wrap="square" lIns="91440" tIns="45721" rIns="91440" bIns="45721" numCol="1" anchor="t" anchorCtr="0" compatLnSpc="1">
            <a:prstTxWarp prst="textNoShape">
              <a:avLst/>
            </a:prstTxWarp>
          </a:bodyPr>
          <a:lstStyle/>
          <a:p>
            <a:endParaRPr lang="en-US" sz="1801"/>
          </a:p>
        </p:txBody>
      </p:sp>
      <p:sp>
        <p:nvSpPr>
          <p:cNvPr id="138" name="Rectangle 16">
            <a:extLst>
              <a:ext uri="{FF2B5EF4-FFF2-40B4-BE49-F238E27FC236}">
                <a16:creationId xmlns:a16="http://schemas.microsoft.com/office/drawing/2014/main" id="{E0B562FD-AA3C-8E33-CCBF-011F27FB59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4429" y="712536"/>
            <a:ext cx="252000" cy="1800000"/>
          </a:xfrm>
          <a:prstGeom prst="rect">
            <a:avLst/>
          </a:prstGeom>
          <a:solidFill>
            <a:srgbClr val="CDE5FF"/>
          </a:solidFill>
          <a:ln>
            <a:noFill/>
          </a:ln>
        </p:spPr>
        <p:txBody>
          <a:bodyPr vert="horz" wrap="square" lIns="91440" tIns="45721" rIns="91440" bIns="45721" numCol="1" anchor="t" anchorCtr="0" compatLnSpc="1">
            <a:prstTxWarp prst="textNoShape">
              <a:avLst/>
            </a:prstTxWarp>
          </a:bodyPr>
          <a:lstStyle/>
          <a:p>
            <a:endParaRPr lang="en-US" sz="1801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EA2CFC7A-9FBD-9D95-30FB-2C8188826E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1441" y="3205482"/>
            <a:ext cx="252000" cy="1800000"/>
          </a:xfrm>
          <a:prstGeom prst="rect">
            <a:avLst/>
          </a:prstGeom>
          <a:solidFill>
            <a:srgbClr val="CDE5FF"/>
          </a:solidFill>
          <a:ln>
            <a:noFill/>
          </a:ln>
        </p:spPr>
        <p:txBody>
          <a:bodyPr vert="horz" wrap="square" lIns="91440" tIns="45721" rIns="91440" bIns="45721" numCol="1" anchor="t" anchorCtr="0" compatLnSpc="1">
            <a:prstTxWarp prst="textNoShape">
              <a:avLst/>
            </a:prstTxWarp>
          </a:bodyPr>
          <a:lstStyle/>
          <a:p>
            <a:endParaRPr lang="en-US" sz="1801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F076071F-5E21-C55F-9415-D524D632B5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0006" y="3205482"/>
            <a:ext cx="252000" cy="1800000"/>
          </a:xfrm>
          <a:prstGeom prst="rect">
            <a:avLst/>
          </a:prstGeom>
          <a:solidFill>
            <a:srgbClr val="CDE5FF"/>
          </a:solidFill>
          <a:ln>
            <a:noFill/>
          </a:ln>
        </p:spPr>
        <p:txBody>
          <a:bodyPr vert="horz" wrap="square" lIns="91440" tIns="45721" rIns="91440" bIns="45721" numCol="1" anchor="t" anchorCtr="0" compatLnSpc="1">
            <a:prstTxWarp prst="textNoShape">
              <a:avLst/>
            </a:prstTxWarp>
          </a:bodyPr>
          <a:lstStyle/>
          <a:p>
            <a:endParaRPr lang="en-US" sz="1801"/>
          </a:p>
        </p:txBody>
      </p:sp>
      <p:sp>
        <p:nvSpPr>
          <p:cNvPr id="141" name="Rectangle 16">
            <a:extLst>
              <a:ext uri="{FF2B5EF4-FFF2-40B4-BE49-F238E27FC236}">
                <a16:creationId xmlns:a16="http://schemas.microsoft.com/office/drawing/2014/main" id="{D629A679-8903-7AD6-832C-6C29EFDB8E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0070" y="712536"/>
            <a:ext cx="252000" cy="1800000"/>
          </a:xfrm>
          <a:prstGeom prst="rect">
            <a:avLst/>
          </a:prstGeom>
          <a:solidFill>
            <a:srgbClr val="B1DDF0"/>
          </a:solidFill>
          <a:ln>
            <a:noFill/>
          </a:ln>
        </p:spPr>
        <p:txBody>
          <a:bodyPr vert="horz" wrap="square" lIns="91440" tIns="45721" rIns="91440" bIns="45721" numCol="1" anchor="t" anchorCtr="0" compatLnSpc="1">
            <a:prstTxWarp prst="textNoShape">
              <a:avLst/>
            </a:prstTxWarp>
          </a:bodyPr>
          <a:lstStyle/>
          <a:p>
            <a:endParaRPr lang="en-US" sz="1801"/>
          </a:p>
        </p:txBody>
      </p:sp>
      <p:sp>
        <p:nvSpPr>
          <p:cNvPr id="142" name="Rectangle 16">
            <a:extLst>
              <a:ext uri="{FF2B5EF4-FFF2-40B4-BE49-F238E27FC236}">
                <a16:creationId xmlns:a16="http://schemas.microsoft.com/office/drawing/2014/main" id="{6E71EE96-2CE0-056C-9630-E725702BC7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6455" y="712536"/>
            <a:ext cx="252000" cy="1800000"/>
          </a:xfrm>
          <a:prstGeom prst="rect">
            <a:avLst/>
          </a:prstGeom>
          <a:solidFill>
            <a:srgbClr val="B1DDF0"/>
          </a:solidFill>
          <a:ln>
            <a:noFill/>
          </a:ln>
        </p:spPr>
        <p:txBody>
          <a:bodyPr vert="horz" wrap="square" lIns="91440" tIns="45721" rIns="91440" bIns="45721" numCol="1" anchor="t" anchorCtr="0" compatLnSpc="1">
            <a:prstTxWarp prst="textNoShape">
              <a:avLst/>
            </a:prstTxWarp>
          </a:bodyPr>
          <a:lstStyle/>
          <a:p>
            <a:endParaRPr lang="en-US" sz="1801"/>
          </a:p>
        </p:txBody>
      </p:sp>
      <p:sp>
        <p:nvSpPr>
          <p:cNvPr id="143" name="Rectangle 16">
            <a:extLst>
              <a:ext uri="{FF2B5EF4-FFF2-40B4-BE49-F238E27FC236}">
                <a16:creationId xmlns:a16="http://schemas.microsoft.com/office/drawing/2014/main" id="{CCF54E8B-AC62-48C1-32D1-58F2D506C4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5175" y="712536"/>
            <a:ext cx="252000" cy="1800000"/>
          </a:xfrm>
          <a:prstGeom prst="rect">
            <a:avLst/>
          </a:prstGeom>
          <a:solidFill>
            <a:srgbClr val="B1DDF0"/>
          </a:solidFill>
          <a:ln>
            <a:noFill/>
          </a:ln>
        </p:spPr>
        <p:txBody>
          <a:bodyPr vert="horz" wrap="square" lIns="91440" tIns="45721" rIns="91440" bIns="45721" numCol="1" anchor="t" anchorCtr="0" compatLnSpc="1">
            <a:prstTxWarp prst="textNoShape">
              <a:avLst/>
            </a:prstTxWarp>
          </a:bodyPr>
          <a:lstStyle/>
          <a:p>
            <a:endParaRPr lang="en-US" sz="1801"/>
          </a:p>
        </p:txBody>
      </p:sp>
      <p:sp>
        <p:nvSpPr>
          <p:cNvPr id="144" name="Rectangle 16">
            <a:extLst>
              <a:ext uri="{FF2B5EF4-FFF2-40B4-BE49-F238E27FC236}">
                <a16:creationId xmlns:a16="http://schemas.microsoft.com/office/drawing/2014/main" id="{58A7F131-E392-D8DE-399A-41A6AE0421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13894" y="712536"/>
            <a:ext cx="252000" cy="1800000"/>
          </a:xfrm>
          <a:prstGeom prst="rect">
            <a:avLst/>
          </a:prstGeom>
          <a:solidFill>
            <a:srgbClr val="B1DDF0"/>
          </a:solidFill>
          <a:ln>
            <a:noFill/>
          </a:ln>
        </p:spPr>
        <p:txBody>
          <a:bodyPr vert="horz" wrap="square" lIns="91440" tIns="45721" rIns="91440" bIns="45721" numCol="1" anchor="t" anchorCtr="0" compatLnSpc="1">
            <a:prstTxWarp prst="textNoShape">
              <a:avLst/>
            </a:prstTxWarp>
          </a:bodyPr>
          <a:lstStyle/>
          <a:p>
            <a:endParaRPr lang="en-US" sz="1801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3A9C8F7F-F892-EED3-2EE4-13198FFDF138}"/>
              </a:ext>
            </a:extLst>
          </p:cNvPr>
          <p:cNvSpPr txBox="1"/>
          <p:nvPr/>
        </p:nvSpPr>
        <p:spPr>
          <a:xfrm rot="16200000">
            <a:off x="2730447" y="2681166"/>
            <a:ext cx="805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200" dirty="0"/>
              <a:t>Conv 3×3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95DF2A7C-5B17-6676-06AA-CFEADEF20DC7}"/>
              </a:ext>
            </a:extLst>
          </p:cNvPr>
          <p:cNvSpPr txBox="1"/>
          <p:nvPr/>
        </p:nvSpPr>
        <p:spPr>
          <a:xfrm rot="16200000">
            <a:off x="2917375" y="2692874"/>
            <a:ext cx="11777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200" dirty="0"/>
              <a:t>MBConv1,  3×3</a:t>
            </a:r>
          </a:p>
        </p:txBody>
      </p:sp>
      <p:sp>
        <p:nvSpPr>
          <p:cNvPr id="147" name="Rectangle 16">
            <a:extLst>
              <a:ext uri="{FF2B5EF4-FFF2-40B4-BE49-F238E27FC236}">
                <a16:creationId xmlns:a16="http://schemas.microsoft.com/office/drawing/2014/main" id="{A413C54D-A2A8-DC80-D4E6-7308C78CF9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3741" y="3205482"/>
            <a:ext cx="252000" cy="1800000"/>
          </a:xfrm>
          <a:prstGeom prst="rect">
            <a:avLst/>
          </a:prstGeom>
          <a:solidFill>
            <a:srgbClr val="B1DDF0"/>
          </a:solidFill>
          <a:ln>
            <a:noFill/>
          </a:ln>
        </p:spPr>
        <p:txBody>
          <a:bodyPr vert="horz" wrap="square" lIns="91440" tIns="45721" rIns="91440" bIns="45721" numCol="1" anchor="t" anchorCtr="0" compatLnSpc="1">
            <a:prstTxWarp prst="textNoShape">
              <a:avLst/>
            </a:prstTxWarp>
          </a:bodyPr>
          <a:lstStyle/>
          <a:p>
            <a:endParaRPr lang="en-US" sz="1801"/>
          </a:p>
        </p:txBody>
      </p:sp>
      <p:sp>
        <p:nvSpPr>
          <p:cNvPr id="148" name="Rectangle 16">
            <a:extLst>
              <a:ext uri="{FF2B5EF4-FFF2-40B4-BE49-F238E27FC236}">
                <a16:creationId xmlns:a16="http://schemas.microsoft.com/office/drawing/2014/main" id="{CE03594C-5B1B-6180-8CFF-4E29866807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0126" y="3205482"/>
            <a:ext cx="252000" cy="1800000"/>
          </a:xfrm>
          <a:prstGeom prst="rect">
            <a:avLst/>
          </a:prstGeom>
          <a:solidFill>
            <a:srgbClr val="B1DDF0"/>
          </a:solidFill>
          <a:ln>
            <a:noFill/>
          </a:ln>
        </p:spPr>
        <p:txBody>
          <a:bodyPr vert="horz" wrap="square" lIns="91440" tIns="45721" rIns="91440" bIns="45721" numCol="1" anchor="t" anchorCtr="0" compatLnSpc="1">
            <a:prstTxWarp prst="textNoShape">
              <a:avLst/>
            </a:prstTxWarp>
          </a:bodyPr>
          <a:lstStyle/>
          <a:p>
            <a:endParaRPr lang="en-US" sz="1801"/>
          </a:p>
        </p:txBody>
      </p:sp>
      <p:sp>
        <p:nvSpPr>
          <p:cNvPr id="149" name="Rectangle 16">
            <a:extLst>
              <a:ext uri="{FF2B5EF4-FFF2-40B4-BE49-F238E27FC236}">
                <a16:creationId xmlns:a16="http://schemas.microsoft.com/office/drawing/2014/main" id="{91E6D3E4-824A-87BF-9548-AB5D1D5F49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08845" y="3205482"/>
            <a:ext cx="252000" cy="1800000"/>
          </a:xfrm>
          <a:prstGeom prst="rect">
            <a:avLst/>
          </a:prstGeom>
          <a:solidFill>
            <a:srgbClr val="B1DDF0"/>
          </a:solidFill>
          <a:ln>
            <a:noFill/>
          </a:ln>
        </p:spPr>
        <p:txBody>
          <a:bodyPr vert="horz" wrap="square" lIns="91440" tIns="45721" rIns="91440" bIns="45721" numCol="1" anchor="t" anchorCtr="0" compatLnSpc="1">
            <a:prstTxWarp prst="textNoShape">
              <a:avLst/>
            </a:prstTxWarp>
          </a:bodyPr>
          <a:lstStyle/>
          <a:p>
            <a:endParaRPr lang="en-US" sz="1801"/>
          </a:p>
        </p:txBody>
      </p:sp>
      <p:sp>
        <p:nvSpPr>
          <p:cNvPr id="150" name="Rectangle 16">
            <a:extLst>
              <a:ext uri="{FF2B5EF4-FFF2-40B4-BE49-F238E27FC236}">
                <a16:creationId xmlns:a16="http://schemas.microsoft.com/office/drawing/2014/main" id="{9FD60172-E201-5C6D-4E29-577ECD1E8D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07565" y="3205482"/>
            <a:ext cx="252000" cy="1800000"/>
          </a:xfrm>
          <a:prstGeom prst="rect">
            <a:avLst/>
          </a:prstGeom>
          <a:solidFill>
            <a:srgbClr val="B1DDF0"/>
          </a:solidFill>
          <a:ln>
            <a:noFill/>
          </a:ln>
        </p:spPr>
        <p:txBody>
          <a:bodyPr vert="horz" wrap="square" lIns="91440" tIns="45721" rIns="91440" bIns="45721" numCol="1" anchor="t" anchorCtr="0" compatLnSpc="1">
            <a:prstTxWarp prst="textNoShape">
              <a:avLst/>
            </a:prstTxWarp>
          </a:bodyPr>
          <a:lstStyle/>
          <a:p>
            <a:endParaRPr lang="en-US" sz="1801"/>
          </a:p>
        </p:txBody>
      </p:sp>
      <p:sp>
        <p:nvSpPr>
          <p:cNvPr id="151" name="Rectangle 16">
            <a:extLst>
              <a:ext uri="{FF2B5EF4-FFF2-40B4-BE49-F238E27FC236}">
                <a16:creationId xmlns:a16="http://schemas.microsoft.com/office/drawing/2014/main" id="{991B20F7-AF6F-3CD4-E215-F9EA6210F5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78055" y="1072534"/>
            <a:ext cx="252000" cy="1080000"/>
          </a:xfrm>
          <a:prstGeom prst="rect">
            <a:avLst/>
          </a:prstGeom>
          <a:solidFill>
            <a:srgbClr val="FFCD99"/>
          </a:solidFill>
          <a:ln>
            <a:noFill/>
          </a:ln>
        </p:spPr>
        <p:txBody>
          <a:bodyPr vert="horz" wrap="square" lIns="91440" tIns="45721" rIns="91440" bIns="45721" numCol="1" anchor="t" anchorCtr="0" compatLnSpc="1">
            <a:prstTxWarp prst="textNoShape">
              <a:avLst/>
            </a:prstTxWarp>
          </a:bodyPr>
          <a:lstStyle/>
          <a:p>
            <a:endParaRPr lang="en-US" sz="1801">
              <a:noFill/>
            </a:endParaRPr>
          </a:p>
        </p:txBody>
      </p:sp>
      <p:sp>
        <p:nvSpPr>
          <p:cNvPr id="152" name="Rectangle 16">
            <a:extLst>
              <a:ext uri="{FF2B5EF4-FFF2-40B4-BE49-F238E27FC236}">
                <a16:creationId xmlns:a16="http://schemas.microsoft.com/office/drawing/2014/main" id="{CE40E49A-352F-6CB4-3F74-A20E4E33DA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78055" y="3565481"/>
            <a:ext cx="252000" cy="1080000"/>
          </a:xfrm>
          <a:prstGeom prst="rect">
            <a:avLst/>
          </a:prstGeom>
          <a:solidFill>
            <a:srgbClr val="FFCD99"/>
          </a:solidFill>
          <a:ln>
            <a:noFill/>
          </a:ln>
        </p:spPr>
        <p:txBody>
          <a:bodyPr vert="horz" wrap="square" lIns="91440" tIns="45721" rIns="91440" bIns="45721" numCol="1" anchor="t" anchorCtr="0" compatLnSpc="1">
            <a:prstTxWarp prst="textNoShape">
              <a:avLst/>
            </a:prstTxWarp>
          </a:bodyPr>
          <a:lstStyle/>
          <a:p>
            <a:endParaRPr lang="en-US" sz="1801">
              <a:noFill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4E8432B9-67F0-1606-025A-90988F96F642}"/>
              </a:ext>
            </a:extLst>
          </p:cNvPr>
          <p:cNvSpPr txBox="1"/>
          <p:nvPr/>
        </p:nvSpPr>
        <p:spPr>
          <a:xfrm rot="16200000">
            <a:off x="8015180" y="3975445"/>
            <a:ext cx="11777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200" dirty="0"/>
              <a:t>MBConv6,  3×3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25CBDD32-F210-C85D-AE36-10D40E668A99}"/>
              </a:ext>
            </a:extLst>
          </p:cNvPr>
          <p:cNvSpPr txBox="1"/>
          <p:nvPr/>
        </p:nvSpPr>
        <p:spPr>
          <a:xfrm rot="16200000">
            <a:off x="3593411" y="2692874"/>
            <a:ext cx="11777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200" dirty="0"/>
              <a:t>MBConv6,  3×3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45B73064-E5AF-415E-8AB6-834A35E9EFDA}"/>
              </a:ext>
            </a:extLst>
          </p:cNvPr>
          <p:cNvSpPr txBox="1"/>
          <p:nvPr/>
        </p:nvSpPr>
        <p:spPr>
          <a:xfrm rot="16200000">
            <a:off x="3300008" y="2696721"/>
            <a:ext cx="11777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200" dirty="0"/>
              <a:t>MBConv6,  3×3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C29C3B94-5532-7082-F962-EC6E396F695E}"/>
              </a:ext>
            </a:extLst>
          </p:cNvPr>
          <p:cNvSpPr txBox="1"/>
          <p:nvPr/>
        </p:nvSpPr>
        <p:spPr>
          <a:xfrm rot="16200000">
            <a:off x="7057811" y="3966986"/>
            <a:ext cx="11777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200" dirty="0"/>
              <a:t>MBConv6,  5×5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2E349571-42E4-30AF-8E78-6761DD87DD89}"/>
              </a:ext>
            </a:extLst>
          </p:cNvPr>
          <p:cNvSpPr txBox="1"/>
          <p:nvPr/>
        </p:nvSpPr>
        <p:spPr>
          <a:xfrm rot="16200000">
            <a:off x="4245360" y="2696367"/>
            <a:ext cx="11777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200" dirty="0"/>
              <a:t>MBConv6,  5×5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DA6C9580-CB3A-F74A-FA47-E517522E331C}"/>
              </a:ext>
            </a:extLst>
          </p:cNvPr>
          <p:cNvSpPr txBox="1"/>
          <p:nvPr/>
        </p:nvSpPr>
        <p:spPr>
          <a:xfrm rot="16200000">
            <a:off x="7362467" y="1485453"/>
            <a:ext cx="11777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200" dirty="0"/>
              <a:t>MBConv6,  5×5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0BD2D8EC-2B65-BDA6-F306-3B6934E8ADF4}"/>
              </a:ext>
            </a:extLst>
          </p:cNvPr>
          <p:cNvSpPr txBox="1"/>
          <p:nvPr/>
        </p:nvSpPr>
        <p:spPr>
          <a:xfrm rot="16200000">
            <a:off x="3959638" y="2690478"/>
            <a:ext cx="11777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200" dirty="0"/>
              <a:t>MBConv6,  5×5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D4A6EFA0-9E3E-24A5-D12B-EC7A28C65BEA}"/>
              </a:ext>
            </a:extLst>
          </p:cNvPr>
          <p:cNvSpPr txBox="1"/>
          <p:nvPr/>
        </p:nvSpPr>
        <p:spPr>
          <a:xfrm rot="16200000">
            <a:off x="8011251" y="1485453"/>
            <a:ext cx="11777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200" dirty="0"/>
              <a:t>MBConv6,  3×3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05F6CFFC-827D-F674-632E-EF527B050405}"/>
              </a:ext>
            </a:extLst>
          </p:cNvPr>
          <p:cNvSpPr txBox="1"/>
          <p:nvPr/>
        </p:nvSpPr>
        <p:spPr>
          <a:xfrm rot="16200000">
            <a:off x="5218954" y="2690476"/>
            <a:ext cx="11777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200" dirty="0"/>
              <a:t>MBConv6,  3×3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AF946E79-71CF-AE27-C471-A73D34EE991E}"/>
              </a:ext>
            </a:extLst>
          </p:cNvPr>
          <p:cNvSpPr txBox="1"/>
          <p:nvPr/>
        </p:nvSpPr>
        <p:spPr>
          <a:xfrm rot="16200000">
            <a:off x="4930638" y="2690476"/>
            <a:ext cx="11777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200" dirty="0"/>
              <a:t>MBConv6,  3×3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342A28F9-F5DF-EB90-228E-C60DFCEDE135}"/>
              </a:ext>
            </a:extLst>
          </p:cNvPr>
          <p:cNvSpPr txBox="1"/>
          <p:nvPr/>
        </p:nvSpPr>
        <p:spPr>
          <a:xfrm rot="16200000">
            <a:off x="4624666" y="2685001"/>
            <a:ext cx="11777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200" dirty="0"/>
              <a:t>MBConv6,  3×3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2BE3B9A4-CAC4-8C68-7A1F-B7E8C35CC95D}"/>
              </a:ext>
            </a:extLst>
          </p:cNvPr>
          <p:cNvSpPr txBox="1"/>
          <p:nvPr/>
        </p:nvSpPr>
        <p:spPr>
          <a:xfrm rot="16200000">
            <a:off x="7051275" y="1485453"/>
            <a:ext cx="11777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200" dirty="0"/>
              <a:t>MBConv6,  5×5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59BA4299-D95D-876D-E193-B7EB3804A146}"/>
              </a:ext>
            </a:extLst>
          </p:cNvPr>
          <p:cNvSpPr txBox="1"/>
          <p:nvPr/>
        </p:nvSpPr>
        <p:spPr>
          <a:xfrm rot="16200000">
            <a:off x="6741798" y="1485453"/>
            <a:ext cx="11777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200" dirty="0"/>
              <a:t>MBConv6,  5×5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E052E511-DC2F-EA60-789E-D3A43C7F14A7}"/>
              </a:ext>
            </a:extLst>
          </p:cNvPr>
          <p:cNvSpPr txBox="1"/>
          <p:nvPr/>
        </p:nvSpPr>
        <p:spPr>
          <a:xfrm rot="16200000">
            <a:off x="6402478" y="1474041"/>
            <a:ext cx="11777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200" dirty="0"/>
              <a:t>MBConv6,  5×5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32785F1E-8712-944F-E44D-B4F4BCFC2C0A}"/>
              </a:ext>
            </a:extLst>
          </p:cNvPr>
          <p:cNvSpPr txBox="1"/>
          <p:nvPr/>
        </p:nvSpPr>
        <p:spPr>
          <a:xfrm rot="16200000">
            <a:off x="6095744" y="1474041"/>
            <a:ext cx="11777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200" dirty="0"/>
              <a:t>MBConv6,  5×5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3F9E0BA8-275B-8C1A-30BA-28EE141FC140}"/>
              </a:ext>
            </a:extLst>
          </p:cNvPr>
          <p:cNvSpPr txBox="1"/>
          <p:nvPr/>
        </p:nvSpPr>
        <p:spPr>
          <a:xfrm rot="16200000">
            <a:off x="5808771" y="1476249"/>
            <a:ext cx="11777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200" dirty="0"/>
              <a:t>MBConv6,  5×5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0F5986C5-32D8-20F9-A2B1-10423D86842F}"/>
              </a:ext>
            </a:extLst>
          </p:cNvPr>
          <p:cNvSpPr txBox="1"/>
          <p:nvPr/>
        </p:nvSpPr>
        <p:spPr>
          <a:xfrm rot="16200000">
            <a:off x="6734083" y="3975445"/>
            <a:ext cx="11777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200" dirty="0"/>
              <a:t>MBConv6,  5×5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B5660887-1559-3717-3B0C-8F820333CAB1}"/>
              </a:ext>
            </a:extLst>
          </p:cNvPr>
          <p:cNvSpPr txBox="1"/>
          <p:nvPr/>
        </p:nvSpPr>
        <p:spPr>
          <a:xfrm rot="16200000">
            <a:off x="6387331" y="3975445"/>
            <a:ext cx="11777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200" dirty="0"/>
              <a:t>MBConv6,  5×5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24083DA9-F67D-BF85-2210-1984B1876946}"/>
              </a:ext>
            </a:extLst>
          </p:cNvPr>
          <p:cNvSpPr txBox="1"/>
          <p:nvPr/>
        </p:nvSpPr>
        <p:spPr>
          <a:xfrm rot="16200000">
            <a:off x="6102198" y="3975445"/>
            <a:ext cx="11777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200" dirty="0"/>
              <a:t>MBConv6,  5×5</a:t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79A15D99-63B2-8B58-07FD-98FCFFDF9794}"/>
              </a:ext>
            </a:extLst>
          </p:cNvPr>
          <p:cNvSpPr txBox="1"/>
          <p:nvPr/>
        </p:nvSpPr>
        <p:spPr>
          <a:xfrm rot="16200000">
            <a:off x="5808772" y="3966989"/>
            <a:ext cx="11777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200" dirty="0"/>
              <a:t>MBConv6,  5×5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439A7732-04FE-4FBE-EE78-29FE8E9EEBB0}"/>
              </a:ext>
            </a:extLst>
          </p:cNvPr>
          <p:cNvSpPr txBox="1"/>
          <p:nvPr/>
        </p:nvSpPr>
        <p:spPr>
          <a:xfrm rot="16200000">
            <a:off x="7639470" y="1485453"/>
            <a:ext cx="11777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200" dirty="0"/>
              <a:t>MBConv6,  5×5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1530C4F1-6DD2-345D-3041-B19D9DD5E09B}"/>
              </a:ext>
            </a:extLst>
          </p:cNvPr>
          <p:cNvSpPr txBox="1"/>
          <p:nvPr/>
        </p:nvSpPr>
        <p:spPr>
          <a:xfrm rot="16200000">
            <a:off x="7650835" y="3966986"/>
            <a:ext cx="11777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200" dirty="0"/>
              <a:t>MBConv6,  5×5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2081AECB-3E79-D15A-3AA8-C438DD4E317E}"/>
              </a:ext>
            </a:extLst>
          </p:cNvPr>
          <p:cNvSpPr txBox="1"/>
          <p:nvPr/>
        </p:nvSpPr>
        <p:spPr>
          <a:xfrm rot="16200000">
            <a:off x="7346250" y="3975442"/>
            <a:ext cx="11777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200" dirty="0"/>
              <a:t>MBConv6,  5×5</a:t>
            </a:r>
          </a:p>
        </p:txBody>
      </p:sp>
      <p:sp>
        <p:nvSpPr>
          <p:cNvPr id="176" name="Rectangle 16">
            <a:extLst>
              <a:ext uri="{FF2B5EF4-FFF2-40B4-BE49-F238E27FC236}">
                <a16:creationId xmlns:a16="http://schemas.microsoft.com/office/drawing/2014/main" id="{F23B32B9-2470-E06A-DA8F-529938822C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47085" y="3573934"/>
            <a:ext cx="252000" cy="108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vert="horz" wrap="square" lIns="91440" tIns="45721" rIns="91440" bIns="45721" numCol="1" anchor="t" anchorCtr="0" compatLnSpc="1">
            <a:prstTxWarp prst="textNoShape">
              <a:avLst/>
            </a:prstTxWarp>
          </a:bodyPr>
          <a:lstStyle/>
          <a:p>
            <a:endParaRPr lang="en-US" sz="1801">
              <a:noFill/>
            </a:endParaRPr>
          </a:p>
        </p:txBody>
      </p:sp>
      <p:sp>
        <p:nvSpPr>
          <p:cNvPr id="177" name="Rectangle 16">
            <a:extLst>
              <a:ext uri="{FF2B5EF4-FFF2-40B4-BE49-F238E27FC236}">
                <a16:creationId xmlns:a16="http://schemas.microsoft.com/office/drawing/2014/main" id="{079E8FDA-B3CC-4B83-406C-14B270497C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47085" y="1072534"/>
            <a:ext cx="252000" cy="108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vert="horz" wrap="square" lIns="91440" tIns="45721" rIns="91440" bIns="45721" numCol="1" anchor="t" anchorCtr="0" compatLnSpc="1">
            <a:prstTxWarp prst="textNoShape">
              <a:avLst/>
            </a:prstTxWarp>
          </a:bodyPr>
          <a:lstStyle/>
          <a:p>
            <a:endParaRPr lang="en-US" sz="1801">
              <a:noFill/>
            </a:endParaRP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9D4330A9-827C-3894-A232-324B7EB0BA4D}"/>
              </a:ext>
            </a:extLst>
          </p:cNvPr>
          <p:cNvSpPr txBox="1"/>
          <p:nvPr/>
        </p:nvSpPr>
        <p:spPr>
          <a:xfrm rot="16200000">
            <a:off x="8483258" y="3977986"/>
            <a:ext cx="9685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200" dirty="0"/>
              <a:t>Dense layer</a:t>
            </a: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428276C5-9311-510D-71BC-95940F1B4F15}"/>
              </a:ext>
            </a:extLst>
          </p:cNvPr>
          <p:cNvSpPr txBox="1"/>
          <p:nvPr/>
        </p:nvSpPr>
        <p:spPr>
          <a:xfrm rot="16200000">
            <a:off x="8481268" y="1485451"/>
            <a:ext cx="9685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200" dirty="0"/>
              <a:t>Dense layer</a:t>
            </a:r>
          </a:p>
        </p:txBody>
      </p:sp>
      <p:sp>
        <p:nvSpPr>
          <p:cNvPr id="180" name="Rectangle 8">
            <a:extLst>
              <a:ext uri="{FF2B5EF4-FFF2-40B4-BE49-F238E27FC236}">
                <a16:creationId xmlns:a16="http://schemas.microsoft.com/office/drawing/2014/main" id="{38A13D25-9895-3376-11BD-30198D46FB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0913" y="757930"/>
            <a:ext cx="720000" cy="252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vert="horz" wrap="square" lIns="91440" tIns="45721" rIns="91440" bIns="45721" numCol="1" anchor="t" anchorCtr="0" compatLnSpc="1">
            <a:prstTxWarp prst="textNoShape">
              <a:avLst/>
            </a:prstTxWarp>
          </a:bodyPr>
          <a:lstStyle/>
          <a:p>
            <a:endParaRPr lang="en-US" sz="1801"/>
          </a:p>
        </p:txBody>
      </p:sp>
      <p:sp>
        <p:nvSpPr>
          <p:cNvPr id="181" name="Rectangle 29">
            <a:extLst>
              <a:ext uri="{FF2B5EF4-FFF2-40B4-BE49-F238E27FC236}">
                <a16:creationId xmlns:a16="http://schemas.microsoft.com/office/drawing/2014/main" id="{52860BF8-4A92-33CB-A0DF-31EA81CA57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68098" y="4806235"/>
            <a:ext cx="1210125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412"/>
            <a:r>
              <a:rPr lang="en-US" altLang="en-US" sz="1600" dirty="0">
                <a:solidFill>
                  <a:srgbClr val="000000"/>
                </a:solidFill>
                <a:latin typeface="+mn-lt"/>
              </a:rPr>
              <a:t>Output labels</a:t>
            </a:r>
            <a:endParaRPr lang="en-US" altLang="en-US" sz="1801" dirty="0">
              <a:latin typeface="+mn-lt"/>
            </a:endParaRPr>
          </a:p>
        </p:txBody>
      </p:sp>
      <p:sp>
        <p:nvSpPr>
          <p:cNvPr id="182" name="Rectangle 8">
            <a:extLst>
              <a:ext uri="{FF2B5EF4-FFF2-40B4-BE49-F238E27FC236}">
                <a16:creationId xmlns:a16="http://schemas.microsoft.com/office/drawing/2014/main" id="{DFE21929-60A5-210E-7F54-0F34230E33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45609" y="1051242"/>
            <a:ext cx="720000" cy="252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vert="horz" wrap="square" lIns="91440" tIns="45721" rIns="91440" bIns="45721" numCol="1" anchor="t" anchorCtr="0" compatLnSpc="1">
            <a:prstTxWarp prst="textNoShape">
              <a:avLst/>
            </a:prstTxWarp>
          </a:bodyPr>
          <a:lstStyle/>
          <a:p>
            <a:endParaRPr lang="en-US" sz="1801"/>
          </a:p>
        </p:txBody>
      </p:sp>
      <p:sp>
        <p:nvSpPr>
          <p:cNvPr id="183" name="Rectangle 8">
            <a:extLst>
              <a:ext uri="{FF2B5EF4-FFF2-40B4-BE49-F238E27FC236}">
                <a16:creationId xmlns:a16="http://schemas.microsoft.com/office/drawing/2014/main" id="{34D7E11B-1413-9246-A23C-6EDBBBC362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45609" y="1339820"/>
            <a:ext cx="720000" cy="252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vert="horz" wrap="square" lIns="91440" tIns="45721" rIns="91440" bIns="45721" numCol="1" anchor="t" anchorCtr="0" compatLnSpc="1">
            <a:prstTxWarp prst="textNoShape">
              <a:avLst/>
            </a:prstTxWarp>
          </a:bodyPr>
          <a:lstStyle/>
          <a:p>
            <a:endParaRPr lang="en-US" sz="1801"/>
          </a:p>
        </p:txBody>
      </p:sp>
      <p:sp>
        <p:nvSpPr>
          <p:cNvPr id="184" name="Rectangle 8">
            <a:extLst>
              <a:ext uri="{FF2B5EF4-FFF2-40B4-BE49-F238E27FC236}">
                <a16:creationId xmlns:a16="http://schemas.microsoft.com/office/drawing/2014/main" id="{847A2BAB-89C1-7C12-D912-0380A00BF7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45609" y="1632172"/>
            <a:ext cx="720000" cy="252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vert="horz" wrap="square" lIns="91440" tIns="45721" rIns="91440" bIns="45721" numCol="1" anchor="t" anchorCtr="0" compatLnSpc="1">
            <a:prstTxWarp prst="textNoShape">
              <a:avLst/>
            </a:prstTxWarp>
          </a:bodyPr>
          <a:lstStyle/>
          <a:p>
            <a:endParaRPr lang="en-US" sz="1801"/>
          </a:p>
        </p:txBody>
      </p:sp>
      <p:sp>
        <p:nvSpPr>
          <p:cNvPr id="185" name="Rectangle 8">
            <a:extLst>
              <a:ext uri="{FF2B5EF4-FFF2-40B4-BE49-F238E27FC236}">
                <a16:creationId xmlns:a16="http://schemas.microsoft.com/office/drawing/2014/main" id="{26476019-5069-785F-5C72-20B61BAF1A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44193" y="1920148"/>
            <a:ext cx="720000" cy="252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vert="horz" wrap="square" lIns="91440" tIns="45721" rIns="91440" bIns="45721" numCol="1" anchor="t" anchorCtr="0" compatLnSpc="1">
            <a:prstTxWarp prst="textNoShape">
              <a:avLst/>
            </a:prstTxWarp>
          </a:bodyPr>
          <a:lstStyle/>
          <a:p>
            <a:endParaRPr lang="en-US" sz="1801"/>
          </a:p>
        </p:txBody>
      </p:sp>
      <p:sp>
        <p:nvSpPr>
          <p:cNvPr id="186" name="Rectangle 8">
            <a:extLst>
              <a:ext uri="{FF2B5EF4-FFF2-40B4-BE49-F238E27FC236}">
                <a16:creationId xmlns:a16="http://schemas.microsoft.com/office/drawing/2014/main" id="{B877F9C5-5C3E-70B5-EAF5-0CA01A1186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44193" y="2213630"/>
            <a:ext cx="720000" cy="252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vert="horz" wrap="square" lIns="91440" tIns="45721" rIns="91440" bIns="45721" numCol="1" anchor="t" anchorCtr="0" compatLnSpc="1">
            <a:prstTxWarp prst="textNoShape">
              <a:avLst/>
            </a:prstTxWarp>
          </a:bodyPr>
          <a:lstStyle/>
          <a:p>
            <a:endParaRPr lang="en-US" sz="1801"/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85CE72A2-7AA3-887F-AC5A-37CBC46B65A1}"/>
              </a:ext>
            </a:extLst>
          </p:cNvPr>
          <p:cNvSpPr txBox="1"/>
          <p:nvPr/>
        </p:nvSpPr>
        <p:spPr>
          <a:xfrm>
            <a:off x="9450913" y="755828"/>
            <a:ext cx="72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 sz="1200" dirty="0">
                <a:solidFill>
                  <a:schemeClr val="bg1"/>
                </a:solidFill>
              </a:rPr>
              <a:t>AF?</a:t>
            </a:r>
          </a:p>
        </p:txBody>
      </p:sp>
      <p:sp>
        <p:nvSpPr>
          <p:cNvPr id="188" name="Rectangle 8">
            <a:extLst>
              <a:ext uri="{FF2B5EF4-FFF2-40B4-BE49-F238E27FC236}">
                <a16:creationId xmlns:a16="http://schemas.microsoft.com/office/drawing/2014/main" id="{315A43AC-BFB6-E255-E2CD-FCFC9FCBD1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34566" y="3657712"/>
            <a:ext cx="720000" cy="252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vert="horz" wrap="square" lIns="91440" tIns="45721" rIns="91440" bIns="45721" numCol="1" anchor="t" anchorCtr="0" compatLnSpc="1">
            <a:prstTxWarp prst="textNoShape">
              <a:avLst/>
            </a:prstTxWarp>
          </a:bodyPr>
          <a:lstStyle/>
          <a:p>
            <a:endParaRPr lang="en-US" sz="1801"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AF324959-67A7-B2A5-BAD2-8773541768B1}"/>
              </a:ext>
            </a:extLst>
          </p:cNvPr>
          <p:cNvSpPr txBox="1"/>
          <p:nvPr/>
        </p:nvSpPr>
        <p:spPr>
          <a:xfrm>
            <a:off x="9518627" y="3657717"/>
            <a:ext cx="5469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N" sz="1200" dirty="0">
                <a:solidFill>
                  <a:schemeClr val="bg1"/>
                </a:solidFill>
              </a:rPr>
              <a:t>BCS?</a:t>
            </a:r>
          </a:p>
        </p:txBody>
      </p:sp>
      <p:sp>
        <p:nvSpPr>
          <p:cNvPr id="190" name="Rectangle 8">
            <a:extLst>
              <a:ext uri="{FF2B5EF4-FFF2-40B4-BE49-F238E27FC236}">
                <a16:creationId xmlns:a16="http://schemas.microsoft.com/office/drawing/2014/main" id="{2CC29D34-0EC8-230C-AD0D-4F9F1859E0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33891" y="3964202"/>
            <a:ext cx="720000" cy="252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vert="horz" wrap="square" lIns="91440" tIns="45721" rIns="91440" bIns="45721" numCol="1" anchor="t" anchorCtr="0" compatLnSpc="1">
            <a:prstTxWarp prst="textNoShape">
              <a:avLst/>
            </a:prstTxWarp>
          </a:bodyPr>
          <a:lstStyle/>
          <a:p>
            <a:endParaRPr lang="en-US" sz="1801"/>
          </a:p>
        </p:txBody>
      </p:sp>
      <p:sp>
        <p:nvSpPr>
          <p:cNvPr id="191" name="Rectangle 8">
            <a:extLst>
              <a:ext uri="{FF2B5EF4-FFF2-40B4-BE49-F238E27FC236}">
                <a16:creationId xmlns:a16="http://schemas.microsoft.com/office/drawing/2014/main" id="{DCFCBE29-D591-CD9A-A9F1-FD1702D494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33891" y="4264948"/>
            <a:ext cx="720000" cy="252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vert="horz" wrap="square" lIns="91440" tIns="45721" rIns="91440" bIns="45721" numCol="1" anchor="t" anchorCtr="0" compatLnSpc="1">
            <a:prstTxWarp prst="textNoShape">
              <a:avLst/>
            </a:prstTxWarp>
          </a:bodyPr>
          <a:lstStyle/>
          <a:p>
            <a:endParaRPr lang="en-US" sz="1801"/>
          </a:p>
        </p:txBody>
      </p:sp>
      <p:cxnSp>
        <p:nvCxnSpPr>
          <p:cNvPr id="192" name="Elbow Connector 191">
            <a:extLst>
              <a:ext uri="{FF2B5EF4-FFF2-40B4-BE49-F238E27FC236}">
                <a16:creationId xmlns:a16="http://schemas.microsoft.com/office/drawing/2014/main" id="{7A643299-407D-C899-0958-C94C4043AF75}"/>
              </a:ext>
            </a:extLst>
          </p:cNvPr>
          <p:cNvCxnSpPr>
            <a:stCxn id="161" idx="2"/>
            <a:endCxn id="168" idx="0"/>
          </p:cNvCxnSpPr>
          <p:nvPr/>
        </p:nvCxnSpPr>
        <p:spPr>
          <a:xfrm flipV="1">
            <a:off x="5946333" y="1614749"/>
            <a:ext cx="312818" cy="1214227"/>
          </a:xfrm>
          <a:prstGeom prst="bentConnector5">
            <a:avLst>
              <a:gd name="adj1" fmla="val 32598"/>
              <a:gd name="adj2" fmla="val 100049"/>
              <a:gd name="adj3" fmla="val 34027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Elbow Connector 192">
            <a:extLst>
              <a:ext uri="{FF2B5EF4-FFF2-40B4-BE49-F238E27FC236}">
                <a16:creationId xmlns:a16="http://schemas.microsoft.com/office/drawing/2014/main" id="{6A37578A-7D4C-4850-EC57-5DD913E884F4}"/>
              </a:ext>
            </a:extLst>
          </p:cNvPr>
          <p:cNvCxnSpPr>
            <a:stCxn id="161" idx="2"/>
            <a:endCxn id="172" idx="0"/>
          </p:cNvCxnSpPr>
          <p:nvPr/>
        </p:nvCxnSpPr>
        <p:spPr>
          <a:xfrm>
            <a:off x="5946337" y="2828976"/>
            <a:ext cx="312819" cy="1276513"/>
          </a:xfrm>
          <a:prstGeom prst="bentConnector5">
            <a:avLst>
              <a:gd name="adj1" fmla="val 32598"/>
              <a:gd name="adj2" fmla="val 99994"/>
              <a:gd name="adj3" fmla="val 33013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Elbow Connector 193">
            <a:extLst>
              <a:ext uri="{FF2B5EF4-FFF2-40B4-BE49-F238E27FC236}">
                <a16:creationId xmlns:a16="http://schemas.microsoft.com/office/drawing/2014/main" id="{F2D62DB5-AD48-5E88-98DF-57BD195F8632}"/>
              </a:ext>
            </a:extLst>
          </p:cNvPr>
          <p:cNvCxnSpPr>
            <a:cxnSpLocks/>
            <a:endCxn id="187" idx="1"/>
          </p:cNvCxnSpPr>
          <p:nvPr/>
        </p:nvCxnSpPr>
        <p:spPr>
          <a:xfrm rot="5400000" flipH="1" flipV="1">
            <a:off x="8995278" y="1135066"/>
            <a:ext cx="696372" cy="21489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Elbow Connector 194">
            <a:extLst>
              <a:ext uri="{FF2B5EF4-FFF2-40B4-BE49-F238E27FC236}">
                <a16:creationId xmlns:a16="http://schemas.microsoft.com/office/drawing/2014/main" id="{4C843D76-4979-2082-B156-9B1D1E463F37}"/>
              </a:ext>
            </a:extLst>
          </p:cNvPr>
          <p:cNvCxnSpPr>
            <a:cxnSpLocks/>
          </p:cNvCxnSpPr>
          <p:nvPr/>
        </p:nvCxnSpPr>
        <p:spPr>
          <a:xfrm>
            <a:off x="9104028" y="1597165"/>
            <a:ext cx="328132" cy="740287"/>
          </a:xfrm>
          <a:prstGeom prst="bentConnector4">
            <a:avLst>
              <a:gd name="adj1" fmla="val 40518"/>
              <a:gd name="adj2" fmla="val 99149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E22E9BC5-15AA-A44D-42B9-0F3CD9A4553A}"/>
              </a:ext>
            </a:extLst>
          </p:cNvPr>
          <p:cNvCxnSpPr>
            <a:cxnSpLocks/>
          </p:cNvCxnSpPr>
          <p:nvPr/>
        </p:nvCxnSpPr>
        <p:spPr>
          <a:xfrm flipH="1">
            <a:off x="9238904" y="1181068"/>
            <a:ext cx="206711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Arrow Connector 196">
            <a:extLst>
              <a:ext uri="{FF2B5EF4-FFF2-40B4-BE49-F238E27FC236}">
                <a16:creationId xmlns:a16="http://schemas.microsoft.com/office/drawing/2014/main" id="{5FB58703-A8E4-0BC5-02FD-30A15A05F046}"/>
              </a:ext>
            </a:extLst>
          </p:cNvPr>
          <p:cNvCxnSpPr>
            <a:cxnSpLocks/>
          </p:cNvCxnSpPr>
          <p:nvPr/>
        </p:nvCxnSpPr>
        <p:spPr>
          <a:xfrm flipH="1">
            <a:off x="9235065" y="1467560"/>
            <a:ext cx="206711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Arrow Connector 197">
            <a:extLst>
              <a:ext uri="{FF2B5EF4-FFF2-40B4-BE49-F238E27FC236}">
                <a16:creationId xmlns:a16="http://schemas.microsoft.com/office/drawing/2014/main" id="{DB505E46-2562-1BB2-4685-416DB9095E5D}"/>
              </a:ext>
            </a:extLst>
          </p:cNvPr>
          <p:cNvCxnSpPr>
            <a:cxnSpLocks/>
          </p:cNvCxnSpPr>
          <p:nvPr/>
        </p:nvCxnSpPr>
        <p:spPr>
          <a:xfrm flipH="1">
            <a:off x="9226162" y="1761808"/>
            <a:ext cx="206711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Arrow Connector 198">
            <a:extLst>
              <a:ext uri="{FF2B5EF4-FFF2-40B4-BE49-F238E27FC236}">
                <a16:creationId xmlns:a16="http://schemas.microsoft.com/office/drawing/2014/main" id="{5598D9B5-2650-7BB1-F401-97B296548777}"/>
              </a:ext>
            </a:extLst>
          </p:cNvPr>
          <p:cNvCxnSpPr>
            <a:cxnSpLocks/>
          </p:cNvCxnSpPr>
          <p:nvPr/>
        </p:nvCxnSpPr>
        <p:spPr>
          <a:xfrm flipH="1">
            <a:off x="9226162" y="2046148"/>
            <a:ext cx="206711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TextBox 199">
            <a:extLst>
              <a:ext uri="{FF2B5EF4-FFF2-40B4-BE49-F238E27FC236}">
                <a16:creationId xmlns:a16="http://schemas.microsoft.com/office/drawing/2014/main" id="{1EEC5166-5D40-2291-6BDD-0E515FDD4A4E}"/>
              </a:ext>
            </a:extLst>
          </p:cNvPr>
          <p:cNvSpPr txBox="1"/>
          <p:nvPr/>
        </p:nvSpPr>
        <p:spPr>
          <a:xfrm>
            <a:off x="9440669" y="1055490"/>
            <a:ext cx="72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 sz="1200" dirty="0">
                <a:solidFill>
                  <a:schemeClr val="bg1"/>
                </a:solidFill>
              </a:rPr>
              <a:t>AM?</a:t>
            </a: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EB8B6D94-77D7-7751-58FA-1AF2E88FC829}"/>
              </a:ext>
            </a:extLst>
          </p:cNvPr>
          <p:cNvSpPr txBox="1"/>
          <p:nvPr/>
        </p:nvSpPr>
        <p:spPr>
          <a:xfrm>
            <a:off x="9440669" y="1343599"/>
            <a:ext cx="72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 sz="1200" dirty="0">
                <a:solidFill>
                  <a:schemeClr val="bg1"/>
                </a:solidFill>
              </a:rPr>
              <a:t>AT?</a:t>
            </a: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EF7718C0-7875-DDE0-FCC9-9872DD069743}"/>
              </a:ext>
            </a:extLst>
          </p:cNvPr>
          <p:cNvSpPr txBox="1"/>
          <p:nvPr/>
        </p:nvSpPr>
        <p:spPr>
          <a:xfrm>
            <a:off x="9440669" y="1626671"/>
            <a:ext cx="72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 sz="1200" dirty="0">
                <a:solidFill>
                  <a:schemeClr val="bg1"/>
                </a:solidFill>
              </a:rPr>
              <a:t>CH?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A3B71923-8995-BB39-47D1-7F21531A5401}"/>
              </a:ext>
            </a:extLst>
          </p:cNvPr>
          <p:cNvSpPr txBox="1"/>
          <p:nvPr/>
        </p:nvSpPr>
        <p:spPr>
          <a:xfrm>
            <a:off x="9444193" y="2216209"/>
            <a:ext cx="72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 sz="1200" dirty="0">
                <a:solidFill>
                  <a:schemeClr val="bg1"/>
                </a:solidFill>
              </a:rPr>
              <a:t>SS?</a:t>
            </a: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15B88B15-1FB8-293F-BF4F-8011F5819F81}"/>
              </a:ext>
            </a:extLst>
          </p:cNvPr>
          <p:cNvSpPr txBox="1"/>
          <p:nvPr/>
        </p:nvSpPr>
        <p:spPr>
          <a:xfrm>
            <a:off x="9435438" y="1916499"/>
            <a:ext cx="72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 sz="1200" dirty="0">
                <a:solidFill>
                  <a:schemeClr val="bg1"/>
                </a:solidFill>
              </a:rPr>
              <a:t>HL?</a:t>
            </a: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CFADB05B-5211-B118-2D27-8668DAB4A42A}"/>
              </a:ext>
            </a:extLst>
          </p:cNvPr>
          <p:cNvSpPr txBox="1"/>
          <p:nvPr/>
        </p:nvSpPr>
        <p:spPr>
          <a:xfrm>
            <a:off x="9512215" y="3964541"/>
            <a:ext cx="5597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N" sz="1200" dirty="0">
                <a:solidFill>
                  <a:schemeClr val="bg1"/>
                </a:solidFill>
              </a:rPr>
              <a:t>DCS?</a:t>
            </a: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08CCDBE0-DCEB-FA6A-78DD-9E21A1726DA8}"/>
              </a:ext>
            </a:extLst>
          </p:cNvPr>
          <p:cNvSpPr txBox="1"/>
          <p:nvPr/>
        </p:nvSpPr>
        <p:spPr>
          <a:xfrm>
            <a:off x="9570392" y="4264953"/>
            <a:ext cx="4331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N" sz="1200" dirty="0">
                <a:solidFill>
                  <a:schemeClr val="bg1"/>
                </a:solidFill>
              </a:rPr>
              <a:t>SE?</a:t>
            </a:r>
          </a:p>
        </p:txBody>
      </p:sp>
      <p:cxnSp>
        <p:nvCxnSpPr>
          <p:cNvPr id="207" name="Elbow Connector 206">
            <a:extLst>
              <a:ext uri="{FF2B5EF4-FFF2-40B4-BE49-F238E27FC236}">
                <a16:creationId xmlns:a16="http://schemas.microsoft.com/office/drawing/2014/main" id="{153E1930-4317-6CE7-943A-9EE587B6FDF1}"/>
              </a:ext>
            </a:extLst>
          </p:cNvPr>
          <p:cNvCxnSpPr>
            <a:cxnSpLocks/>
            <a:stCxn id="178" idx="2"/>
          </p:cNvCxnSpPr>
          <p:nvPr/>
        </p:nvCxnSpPr>
        <p:spPr>
          <a:xfrm flipV="1">
            <a:off x="9106020" y="3783712"/>
            <a:ext cx="330622" cy="332768"/>
          </a:xfrm>
          <a:prstGeom prst="bentConnector4">
            <a:avLst>
              <a:gd name="adj1" fmla="val 40801"/>
              <a:gd name="adj2" fmla="val 99138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Elbow Connector 207">
            <a:extLst>
              <a:ext uri="{FF2B5EF4-FFF2-40B4-BE49-F238E27FC236}">
                <a16:creationId xmlns:a16="http://schemas.microsoft.com/office/drawing/2014/main" id="{EE1DBAEA-4245-FD58-FA00-2DECE23D0685}"/>
              </a:ext>
            </a:extLst>
          </p:cNvPr>
          <p:cNvCxnSpPr>
            <a:cxnSpLocks/>
          </p:cNvCxnSpPr>
          <p:nvPr/>
        </p:nvCxnSpPr>
        <p:spPr>
          <a:xfrm rot="16200000" flipH="1">
            <a:off x="9197218" y="4158026"/>
            <a:ext cx="277011" cy="188832"/>
          </a:xfrm>
          <a:prstGeom prst="bentConnector3">
            <a:avLst>
              <a:gd name="adj1" fmla="val 99285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Straight Arrow Connector 208">
            <a:extLst>
              <a:ext uri="{FF2B5EF4-FFF2-40B4-BE49-F238E27FC236}">
                <a16:creationId xmlns:a16="http://schemas.microsoft.com/office/drawing/2014/main" id="{847720C8-7901-047F-01B2-73D247AEB93B}"/>
              </a:ext>
            </a:extLst>
          </p:cNvPr>
          <p:cNvCxnSpPr>
            <a:cxnSpLocks/>
          </p:cNvCxnSpPr>
          <p:nvPr/>
        </p:nvCxnSpPr>
        <p:spPr>
          <a:xfrm flipH="1">
            <a:off x="9227556" y="4116096"/>
            <a:ext cx="206711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0" name="Left Brace 209">
            <a:extLst>
              <a:ext uri="{FF2B5EF4-FFF2-40B4-BE49-F238E27FC236}">
                <a16:creationId xmlns:a16="http://schemas.microsoft.com/office/drawing/2014/main" id="{6AF1B53D-7E63-B3B6-2870-E5CCFC1695AE}"/>
              </a:ext>
            </a:extLst>
          </p:cNvPr>
          <p:cNvSpPr/>
          <p:nvPr/>
        </p:nvSpPr>
        <p:spPr>
          <a:xfrm rot="5400000">
            <a:off x="3432376" y="1656180"/>
            <a:ext cx="138835" cy="268071"/>
          </a:xfrm>
          <a:prstGeom prst="leftBrace">
            <a:avLst>
              <a:gd name="adj1" fmla="val 23673"/>
              <a:gd name="adj2" fmla="val 54372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 sz="1801"/>
          </a:p>
        </p:txBody>
      </p:sp>
      <p:sp>
        <p:nvSpPr>
          <p:cNvPr id="211" name="Left Brace 210">
            <a:extLst>
              <a:ext uri="{FF2B5EF4-FFF2-40B4-BE49-F238E27FC236}">
                <a16:creationId xmlns:a16="http://schemas.microsoft.com/office/drawing/2014/main" id="{12FD5451-F710-035F-3757-53070AE53DDE}"/>
              </a:ext>
            </a:extLst>
          </p:cNvPr>
          <p:cNvSpPr/>
          <p:nvPr/>
        </p:nvSpPr>
        <p:spPr>
          <a:xfrm rot="5400000">
            <a:off x="3959924" y="1502061"/>
            <a:ext cx="138835" cy="557903"/>
          </a:xfrm>
          <a:prstGeom prst="leftBrace">
            <a:avLst>
              <a:gd name="adj1" fmla="val 23673"/>
              <a:gd name="adj2" fmla="val 54372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 sz="1801"/>
          </a:p>
        </p:txBody>
      </p:sp>
      <p:sp>
        <p:nvSpPr>
          <p:cNvPr id="212" name="Left Brace 211">
            <a:extLst>
              <a:ext uri="{FF2B5EF4-FFF2-40B4-BE49-F238E27FC236}">
                <a16:creationId xmlns:a16="http://schemas.microsoft.com/office/drawing/2014/main" id="{D2BC782D-C5B7-F875-B3FE-34257A182B35}"/>
              </a:ext>
            </a:extLst>
          </p:cNvPr>
          <p:cNvSpPr/>
          <p:nvPr/>
        </p:nvSpPr>
        <p:spPr>
          <a:xfrm rot="5400000">
            <a:off x="4624432" y="1496341"/>
            <a:ext cx="138835" cy="554117"/>
          </a:xfrm>
          <a:prstGeom prst="leftBrace">
            <a:avLst>
              <a:gd name="adj1" fmla="val 23673"/>
              <a:gd name="adj2" fmla="val 54372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 sz="1801"/>
          </a:p>
        </p:txBody>
      </p:sp>
      <p:sp>
        <p:nvSpPr>
          <p:cNvPr id="213" name="Left Brace 212">
            <a:extLst>
              <a:ext uri="{FF2B5EF4-FFF2-40B4-BE49-F238E27FC236}">
                <a16:creationId xmlns:a16="http://schemas.microsoft.com/office/drawing/2014/main" id="{4364E585-542F-9912-0167-18B26B446ED9}"/>
              </a:ext>
            </a:extLst>
          </p:cNvPr>
          <p:cNvSpPr/>
          <p:nvPr/>
        </p:nvSpPr>
        <p:spPr>
          <a:xfrm rot="5400000">
            <a:off x="5429596" y="1342864"/>
            <a:ext cx="138835" cy="847925"/>
          </a:xfrm>
          <a:prstGeom prst="leftBrace">
            <a:avLst>
              <a:gd name="adj1" fmla="val 23673"/>
              <a:gd name="adj2" fmla="val 54372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 sz="1801"/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B82DB5A4-62F6-76B4-1806-F3F18BDB9462}"/>
              </a:ext>
            </a:extLst>
          </p:cNvPr>
          <p:cNvSpPr txBox="1"/>
          <p:nvPr/>
        </p:nvSpPr>
        <p:spPr>
          <a:xfrm rot="16200000">
            <a:off x="3161972" y="1283686"/>
            <a:ext cx="6719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200" dirty="0"/>
              <a:t>Block 1</a:t>
            </a: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2E19535B-18A1-D3E2-11DC-CF889D2876B6}"/>
              </a:ext>
            </a:extLst>
          </p:cNvPr>
          <p:cNvSpPr txBox="1"/>
          <p:nvPr/>
        </p:nvSpPr>
        <p:spPr>
          <a:xfrm rot="16200000">
            <a:off x="3679299" y="1270027"/>
            <a:ext cx="6719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200" dirty="0"/>
              <a:t>Block 2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3EE6F53F-C6E3-2F36-9DD6-52AA51BB3863}"/>
              </a:ext>
            </a:extLst>
          </p:cNvPr>
          <p:cNvSpPr txBox="1"/>
          <p:nvPr/>
        </p:nvSpPr>
        <p:spPr>
          <a:xfrm rot="16200000">
            <a:off x="4345418" y="1283686"/>
            <a:ext cx="6719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200" dirty="0"/>
              <a:t>Block 3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F77A239D-342F-F51D-42AA-28BED363E60D}"/>
              </a:ext>
            </a:extLst>
          </p:cNvPr>
          <p:cNvSpPr txBox="1"/>
          <p:nvPr/>
        </p:nvSpPr>
        <p:spPr>
          <a:xfrm rot="16200000">
            <a:off x="5120003" y="1283686"/>
            <a:ext cx="6719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200" dirty="0"/>
              <a:t>Block 4</a:t>
            </a:r>
          </a:p>
        </p:txBody>
      </p:sp>
      <p:sp>
        <p:nvSpPr>
          <p:cNvPr id="218" name="Left Brace 217">
            <a:extLst>
              <a:ext uri="{FF2B5EF4-FFF2-40B4-BE49-F238E27FC236}">
                <a16:creationId xmlns:a16="http://schemas.microsoft.com/office/drawing/2014/main" id="{C4A4AC71-A158-20D8-EEA9-4DD0697FDE5C}"/>
              </a:ext>
            </a:extLst>
          </p:cNvPr>
          <p:cNvSpPr/>
          <p:nvPr/>
        </p:nvSpPr>
        <p:spPr>
          <a:xfrm rot="5400000">
            <a:off x="6636479" y="131035"/>
            <a:ext cx="138835" cy="847925"/>
          </a:xfrm>
          <a:prstGeom prst="leftBrace">
            <a:avLst>
              <a:gd name="adj1" fmla="val 23673"/>
              <a:gd name="adj2" fmla="val 5117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 sz="1801"/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E95E6136-E83D-F2BB-4D00-C5E9C8E9DCA5}"/>
              </a:ext>
            </a:extLst>
          </p:cNvPr>
          <p:cNvSpPr txBox="1"/>
          <p:nvPr/>
        </p:nvSpPr>
        <p:spPr>
          <a:xfrm>
            <a:off x="6286408" y="235309"/>
            <a:ext cx="7585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200" dirty="0"/>
              <a:t>Block 5s</a:t>
            </a:r>
          </a:p>
        </p:txBody>
      </p:sp>
      <p:sp>
        <p:nvSpPr>
          <p:cNvPr id="220" name="Left Brace 219">
            <a:extLst>
              <a:ext uri="{FF2B5EF4-FFF2-40B4-BE49-F238E27FC236}">
                <a16:creationId xmlns:a16="http://schemas.microsoft.com/office/drawing/2014/main" id="{9FE75D81-F62C-1DD8-85C1-6C7E7C01A24D}"/>
              </a:ext>
            </a:extLst>
          </p:cNvPr>
          <p:cNvSpPr/>
          <p:nvPr/>
        </p:nvSpPr>
        <p:spPr>
          <a:xfrm rot="5400000">
            <a:off x="7727724" y="-1974"/>
            <a:ext cx="138835" cy="1124857"/>
          </a:xfrm>
          <a:prstGeom prst="leftBrace">
            <a:avLst>
              <a:gd name="adj1" fmla="val 23673"/>
              <a:gd name="adj2" fmla="val 51361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 sz="1801"/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4278222A-073F-2931-2008-C843DF004F79}"/>
              </a:ext>
            </a:extLst>
          </p:cNvPr>
          <p:cNvSpPr txBox="1"/>
          <p:nvPr/>
        </p:nvSpPr>
        <p:spPr>
          <a:xfrm>
            <a:off x="7357051" y="227567"/>
            <a:ext cx="7585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200" dirty="0"/>
              <a:t>Block 6s</a:t>
            </a:r>
          </a:p>
        </p:txBody>
      </p:sp>
      <p:sp>
        <p:nvSpPr>
          <p:cNvPr id="222" name="Left Brace 221">
            <a:extLst>
              <a:ext uri="{FF2B5EF4-FFF2-40B4-BE49-F238E27FC236}">
                <a16:creationId xmlns:a16="http://schemas.microsoft.com/office/drawing/2014/main" id="{3B49C7C2-C9AA-2873-7218-7348BF993E5D}"/>
              </a:ext>
            </a:extLst>
          </p:cNvPr>
          <p:cNvSpPr/>
          <p:nvPr/>
        </p:nvSpPr>
        <p:spPr>
          <a:xfrm rot="5400000">
            <a:off x="8532099" y="423794"/>
            <a:ext cx="138835" cy="268071"/>
          </a:xfrm>
          <a:prstGeom prst="leftBrace">
            <a:avLst>
              <a:gd name="adj1" fmla="val 23673"/>
              <a:gd name="adj2" fmla="val 51845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 sz="1801"/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E6CF3BD1-CA2D-E737-BC81-1671689C8086}"/>
              </a:ext>
            </a:extLst>
          </p:cNvPr>
          <p:cNvSpPr txBox="1"/>
          <p:nvPr/>
        </p:nvSpPr>
        <p:spPr>
          <a:xfrm>
            <a:off x="8188916" y="242655"/>
            <a:ext cx="7473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200" dirty="0"/>
              <a:t>Block 7s</a:t>
            </a:r>
          </a:p>
        </p:txBody>
      </p:sp>
      <p:sp>
        <p:nvSpPr>
          <p:cNvPr id="224" name="Left Brace 223">
            <a:extLst>
              <a:ext uri="{FF2B5EF4-FFF2-40B4-BE49-F238E27FC236}">
                <a16:creationId xmlns:a16="http://schemas.microsoft.com/office/drawing/2014/main" id="{E1374CFF-3944-F3FD-A3FE-5E6258FB8033}"/>
              </a:ext>
            </a:extLst>
          </p:cNvPr>
          <p:cNvSpPr/>
          <p:nvPr/>
        </p:nvSpPr>
        <p:spPr>
          <a:xfrm rot="16200000" flipV="1">
            <a:off x="6630991" y="4740844"/>
            <a:ext cx="138835" cy="847925"/>
          </a:xfrm>
          <a:prstGeom prst="leftBrace">
            <a:avLst>
              <a:gd name="adj1" fmla="val 23673"/>
              <a:gd name="adj2" fmla="val 49979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 sz="1801"/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91A20F87-3BF2-8BD3-03FB-F37B402A9A27}"/>
              </a:ext>
            </a:extLst>
          </p:cNvPr>
          <p:cNvSpPr txBox="1"/>
          <p:nvPr/>
        </p:nvSpPr>
        <p:spPr>
          <a:xfrm rot="10800000" flipV="1">
            <a:off x="6294723" y="5243496"/>
            <a:ext cx="7927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200" dirty="0"/>
              <a:t>Block 5h</a:t>
            </a:r>
          </a:p>
        </p:txBody>
      </p:sp>
      <p:sp>
        <p:nvSpPr>
          <p:cNvPr id="226" name="Left Brace 225">
            <a:extLst>
              <a:ext uri="{FF2B5EF4-FFF2-40B4-BE49-F238E27FC236}">
                <a16:creationId xmlns:a16="http://schemas.microsoft.com/office/drawing/2014/main" id="{DBA9D7E9-64EF-3CAC-079A-73233B7698BD}"/>
              </a:ext>
            </a:extLst>
          </p:cNvPr>
          <p:cNvSpPr/>
          <p:nvPr/>
        </p:nvSpPr>
        <p:spPr>
          <a:xfrm rot="16200000" flipV="1">
            <a:off x="7722236" y="4607832"/>
            <a:ext cx="138835" cy="1124857"/>
          </a:xfrm>
          <a:prstGeom prst="leftBrace">
            <a:avLst>
              <a:gd name="adj1" fmla="val 23673"/>
              <a:gd name="adj2" fmla="val 5106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 sz="1801"/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96DA6621-7DBB-2FE3-EF1D-D5BD981E7FE0}"/>
              </a:ext>
            </a:extLst>
          </p:cNvPr>
          <p:cNvSpPr txBox="1"/>
          <p:nvPr/>
        </p:nvSpPr>
        <p:spPr>
          <a:xfrm rot="10800000" flipV="1">
            <a:off x="7386400" y="5245772"/>
            <a:ext cx="7845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200" dirty="0"/>
              <a:t>Block 6h</a:t>
            </a:r>
          </a:p>
        </p:txBody>
      </p:sp>
      <p:sp>
        <p:nvSpPr>
          <p:cNvPr id="228" name="Left Brace 227">
            <a:extLst>
              <a:ext uri="{FF2B5EF4-FFF2-40B4-BE49-F238E27FC236}">
                <a16:creationId xmlns:a16="http://schemas.microsoft.com/office/drawing/2014/main" id="{5462BDAD-E19F-BEF2-AD6D-D3F81138E0CB}"/>
              </a:ext>
            </a:extLst>
          </p:cNvPr>
          <p:cNvSpPr/>
          <p:nvPr/>
        </p:nvSpPr>
        <p:spPr>
          <a:xfrm rot="16200000" flipV="1">
            <a:off x="8534863" y="5041859"/>
            <a:ext cx="122316" cy="268071"/>
          </a:xfrm>
          <a:prstGeom prst="leftBrace">
            <a:avLst>
              <a:gd name="adj1" fmla="val 23673"/>
              <a:gd name="adj2" fmla="val 46792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 sz="1801"/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88243552-7C73-9BCC-AC26-A1941C1FD5B9}"/>
              </a:ext>
            </a:extLst>
          </p:cNvPr>
          <p:cNvSpPr txBox="1"/>
          <p:nvPr/>
        </p:nvSpPr>
        <p:spPr>
          <a:xfrm rot="10800000" flipV="1">
            <a:off x="8197941" y="5239240"/>
            <a:ext cx="7569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200" dirty="0"/>
              <a:t>Block 7h</a:t>
            </a:r>
          </a:p>
        </p:txBody>
      </p:sp>
      <p:sp>
        <p:nvSpPr>
          <p:cNvPr id="251" name="Rectangle 12">
            <a:extLst>
              <a:ext uri="{FF2B5EF4-FFF2-40B4-BE49-F238E27FC236}">
                <a16:creationId xmlns:a16="http://schemas.microsoft.com/office/drawing/2014/main" id="{E6B8E21D-CA0F-E29B-B922-E9E779B783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3627" y="2526405"/>
            <a:ext cx="136608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412"/>
            <a:r>
              <a:rPr lang="en-US" altLang="en-US" sz="1600" dirty="0">
                <a:solidFill>
                  <a:srgbClr val="000000"/>
                </a:solidFill>
                <a:latin typeface="+mn-lt"/>
              </a:rPr>
              <a:t>Species branch</a:t>
            </a:r>
            <a:endParaRPr lang="en-US" altLang="en-US" sz="1801" dirty="0">
              <a:latin typeface="+mn-lt"/>
            </a:endParaRPr>
          </a:p>
        </p:txBody>
      </p:sp>
      <p:sp>
        <p:nvSpPr>
          <p:cNvPr id="252" name="Rectangle 12">
            <a:extLst>
              <a:ext uri="{FF2B5EF4-FFF2-40B4-BE49-F238E27FC236}">
                <a16:creationId xmlns:a16="http://schemas.microsoft.com/office/drawing/2014/main" id="{E442F2DA-B5BD-0273-5D6B-2F15502FD8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4167" y="2941903"/>
            <a:ext cx="132177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412"/>
            <a:r>
              <a:rPr lang="en-US" altLang="en-US" sz="1600" dirty="0">
                <a:solidFill>
                  <a:srgbClr val="000000"/>
                </a:solidFill>
                <a:latin typeface="+mn-lt"/>
              </a:rPr>
              <a:t>Habitat branch</a:t>
            </a:r>
            <a:endParaRPr lang="en-US" altLang="en-US" sz="1801" dirty="0">
              <a:latin typeface="+mn-lt"/>
            </a:endParaRPr>
          </a:p>
        </p:txBody>
      </p:sp>
      <p:sp>
        <p:nvSpPr>
          <p:cNvPr id="253" name="Rectangle 12">
            <a:extLst>
              <a:ext uri="{FF2B5EF4-FFF2-40B4-BE49-F238E27FC236}">
                <a16:creationId xmlns:a16="http://schemas.microsoft.com/office/drawing/2014/main" id="{B75E8488-6F2F-D609-C645-ECB677A409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0625" y="3746576"/>
            <a:ext cx="1291123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412"/>
            <a:r>
              <a:rPr lang="en-US" altLang="en-US" sz="1600" dirty="0">
                <a:solidFill>
                  <a:srgbClr val="000000"/>
                </a:solidFill>
                <a:latin typeface="+mn-lt"/>
              </a:rPr>
              <a:t>Shared branch</a:t>
            </a:r>
            <a:endParaRPr lang="en-US" altLang="en-US" sz="1801" dirty="0">
              <a:latin typeface="+mn-lt"/>
            </a:endParaRPr>
          </a:p>
        </p:txBody>
      </p:sp>
      <p:sp>
        <p:nvSpPr>
          <p:cNvPr id="254" name="Rectangle 12">
            <a:extLst>
              <a:ext uri="{FF2B5EF4-FFF2-40B4-BE49-F238E27FC236}">
                <a16:creationId xmlns:a16="http://schemas.microsoft.com/office/drawing/2014/main" id="{624B59C5-A0FD-B5AB-CDBB-ECD56F6BD2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460" y="133830"/>
            <a:ext cx="25968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412"/>
            <a:r>
              <a:rPr lang="en-US" altLang="en-US" b="1" dirty="0">
                <a:solidFill>
                  <a:srgbClr val="000000"/>
                </a:solidFill>
                <a:latin typeface="+mn-lt"/>
              </a:rPr>
              <a:t>(a)</a:t>
            </a:r>
            <a:endParaRPr lang="en-US" altLang="en-US" b="1" dirty="0">
              <a:latin typeface="+mn-lt"/>
            </a:endParaRPr>
          </a:p>
        </p:txBody>
      </p:sp>
      <p:sp>
        <p:nvSpPr>
          <p:cNvPr id="259" name="Rectangle 12">
            <a:extLst>
              <a:ext uri="{FF2B5EF4-FFF2-40B4-BE49-F238E27FC236}">
                <a16:creationId xmlns:a16="http://schemas.microsoft.com/office/drawing/2014/main" id="{7AD907C4-24A1-890F-362B-BE1D2CFC0E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994" y="5650344"/>
            <a:ext cx="26930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412"/>
            <a:r>
              <a:rPr lang="en-US" altLang="en-US" b="1" dirty="0">
                <a:solidFill>
                  <a:srgbClr val="000000"/>
                </a:solidFill>
                <a:latin typeface="+mn-lt"/>
              </a:rPr>
              <a:t>(b)</a:t>
            </a:r>
            <a:endParaRPr lang="en-US" altLang="en-US" b="1" dirty="0">
              <a:latin typeface="+mn-lt"/>
            </a:endParaRPr>
          </a:p>
        </p:txBody>
      </p:sp>
      <p:sp>
        <p:nvSpPr>
          <p:cNvPr id="260" name="Rectangle 12">
            <a:extLst>
              <a:ext uri="{FF2B5EF4-FFF2-40B4-BE49-F238E27FC236}">
                <a16:creationId xmlns:a16="http://schemas.microsoft.com/office/drawing/2014/main" id="{59423E13-9125-5617-2362-540CD61AF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7850" y="5667515"/>
            <a:ext cx="26930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412"/>
            <a:r>
              <a:rPr lang="en-US" altLang="en-US" b="1" dirty="0">
                <a:solidFill>
                  <a:srgbClr val="000000"/>
                </a:solidFill>
                <a:latin typeface="+mn-lt"/>
              </a:rPr>
              <a:t>(c)</a:t>
            </a:r>
            <a:endParaRPr lang="en-US" altLang="en-US" b="1" dirty="0">
              <a:latin typeface="+mn-lt"/>
            </a:endParaRPr>
          </a:p>
        </p:txBody>
      </p:sp>
      <p:pic>
        <p:nvPicPr>
          <p:cNvPr id="3" name="Picture 2" descr="A graph of a graph of a graph&#10;&#10;AI-generated content may be incorrect.">
            <a:extLst>
              <a:ext uri="{FF2B5EF4-FFF2-40B4-BE49-F238E27FC236}">
                <a16:creationId xmlns:a16="http://schemas.microsoft.com/office/drawing/2014/main" id="{A1C3B41B-3927-101E-6191-49BEE189316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4834" y="5819277"/>
            <a:ext cx="9533085" cy="3127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8598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100</TotalTime>
  <Words>136</Words>
  <Application>Microsoft Macintosh PowerPoint</Application>
  <PresentationFormat>Custom</PresentationFormat>
  <Paragraphs>55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HH6392</dc:creator>
  <cp:lastModifiedBy>HH6392</cp:lastModifiedBy>
  <cp:revision>1</cp:revision>
  <dcterms:created xsi:type="dcterms:W3CDTF">2026-01-11T04:20:36Z</dcterms:created>
  <dcterms:modified xsi:type="dcterms:W3CDTF">2026-01-14T07:32:48Z</dcterms:modified>
</cp:coreProperties>
</file>